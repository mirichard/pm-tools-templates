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4" r:id="rId1"/>
    <p:sldMasterId id="2147483896" r:id="rId2"/>
  </p:sldMasterIdLst>
  <p:notesMasterIdLst>
    <p:notesMasterId r:id="rId26"/>
  </p:notesMasterIdLst>
  <p:handoutMasterIdLst>
    <p:handoutMasterId r:id="rId27"/>
  </p:handoutMasterIdLst>
  <p:sldIdLst>
    <p:sldId id="1058" r:id="rId3"/>
    <p:sldId id="1062" r:id="rId4"/>
    <p:sldId id="1063" r:id="rId5"/>
    <p:sldId id="1065" r:id="rId6"/>
    <p:sldId id="1219" r:id="rId7"/>
    <p:sldId id="1226" r:id="rId8"/>
    <p:sldId id="1228" r:id="rId9"/>
    <p:sldId id="1224" r:id="rId10"/>
    <p:sldId id="1229" r:id="rId11"/>
    <p:sldId id="1082" r:id="rId12"/>
    <p:sldId id="1230" r:id="rId13"/>
    <p:sldId id="1100" r:id="rId14"/>
    <p:sldId id="1123" r:id="rId15"/>
    <p:sldId id="1147" r:id="rId16"/>
    <p:sldId id="1182" r:id="rId17"/>
    <p:sldId id="1213" r:id="rId18"/>
    <p:sldId id="1214" r:id="rId19"/>
    <p:sldId id="1222" r:id="rId20"/>
    <p:sldId id="1216" r:id="rId21"/>
    <p:sldId id="1227" r:id="rId22"/>
    <p:sldId id="1069" r:id="rId23"/>
    <p:sldId id="1225" r:id="rId24"/>
    <p:sldId id="1081" r:id="rId25"/>
  </p:sldIdLst>
  <p:sldSz cx="10059988" cy="7773988"/>
  <p:notesSz cx="6858000" cy="9313863"/>
  <p:defaultTextStyle>
    <a:defPPr>
      <a:defRPr lang="en-US"/>
    </a:defPPr>
    <a:lvl1pPr algn="l" rtl="0" fontAlgn="base">
      <a:spcBef>
        <a:spcPct val="0"/>
      </a:spcBef>
      <a:spcAft>
        <a:spcPct val="0"/>
      </a:spcAft>
      <a:defRPr sz="2000" kern="1200">
        <a:solidFill>
          <a:schemeClr val="tx1"/>
        </a:solidFill>
        <a:latin typeface="Arial" charset="0"/>
        <a:ea typeface="+mn-ea"/>
        <a:cs typeface="Arial" charset="0"/>
      </a:defRPr>
    </a:lvl1pPr>
    <a:lvl2pPr marL="457127" algn="l" rtl="0" fontAlgn="base">
      <a:spcBef>
        <a:spcPct val="0"/>
      </a:spcBef>
      <a:spcAft>
        <a:spcPct val="0"/>
      </a:spcAft>
      <a:defRPr sz="2000" kern="1200">
        <a:solidFill>
          <a:schemeClr val="tx1"/>
        </a:solidFill>
        <a:latin typeface="Arial" charset="0"/>
        <a:ea typeface="+mn-ea"/>
        <a:cs typeface="Arial" charset="0"/>
      </a:defRPr>
    </a:lvl2pPr>
    <a:lvl3pPr marL="914254" algn="l" rtl="0" fontAlgn="base">
      <a:spcBef>
        <a:spcPct val="0"/>
      </a:spcBef>
      <a:spcAft>
        <a:spcPct val="0"/>
      </a:spcAft>
      <a:defRPr sz="2000" kern="1200">
        <a:solidFill>
          <a:schemeClr val="tx1"/>
        </a:solidFill>
        <a:latin typeface="Arial" charset="0"/>
        <a:ea typeface="+mn-ea"/>
        <a:cs typeface="Arial" charset="0"/>
      </a:defRPr>
    </a:lvl3pPr>
    <a:lvl4pPr marL="1371381" algn="l" rtl="0" fontAlgn="base">
      <a:spcBef>
        <a:spcPct val="0"/>
      </a:spcBef>
      <a:spcAft>
        <a:spcPct val="0"/>
      </a:spcAft>
      <a:defRPr sz="2000" kern="1200">
        <a:solidFill>
          <a:schemeClr val="tx1"/>
        </a:solidFill>
        <a:latin typeface="Arial" charset="0"/>
        <a:ea typeface="+mn-ea"/>
        <a:cs typeface="Arial" charset="0"/>
      </a:defRPr>
    </a:lvl4pPr>
    <a:lvl5pPr marL="1828506" algn="l" rtl="0" fontAlgn="base">
      <a:spcBef>
        <a:spcPct val="0"/>
      </a:spcBef>
      <a:spcAft>
        <a:spcPct val="0"/>
      </a:spcAft>
      <a:defRPr sz="2000" kern="1200">
        <a:solidFill>
          <a:schemeClr val="tx1"/>
        </a:solidFill>
        <a:latin typeface="Arial" charset="0"/>
        <a:ea typeface="+mn-ea"/>
        <a:cs typeface="Arial" charset="0"/>
      </a:defRPr>
    </a:lvl5pPr>
    <a:lvl6pPr marL="2285633" algn="l" defTabSz="914254" rtl="0" eaLnBrk="1" latinLnBrk="0" hangingPunct="1">
      <a:defRPr sz="2000" kern="1200">
        <a:solidFill>
          <a:schemeClr val="tx1"/>
        </a:solidFill>
        <a:latin typeface="Arial" charset="0"/>
        <a:ea typeface="+mn-ea"/>
        <a:cs typeface="Arial" charset="0"/>
      </a:defRPr>
    </a:lvl6pPr>
    <a:lvl7pPr marL="2742760" algn="l" defTabSz="914254" rtl="0" eaLnBrk="1" latinLnBrk="0" hangingPunct="1">
      <a:defRPr sz="2000" kern="1200">
        <a:solidFill>
          <a:schemeClr val="tx1"/>
        </a:solidFill>
        <a:latin typeface="Arial" charset="0"/>
        <a:ea typeface="+mn-ea"/>
        <a:cs typeface="Arial" charset="0"/>
      </a:defRPr>
    </a:lvl7pPr>
    <a:lvl8pPr marL="3199887" algn="l" defTabSz="914254" rtl="0" eaLnBrk="1" latinLnBrk="0" hangingPunct="1">
      <a:defRPr sz="2000" kern="1200">
        <a:solidFill>
          <a:schemeClr val="tx1"/>
        </a:solidFill>
        <a:latin typeface="Arial" charset="0"/>
        <a:ea typeface="+mn-ea"/>
        <a:cs typeface="Arial" charset="0"/>
      </a:defRPr>
    </a:lvl8pPr>
    <a:lvl9pPr marL="3657014" algn="l" defTabSz="914254" rtl="0" eaLnBrk="1" latinLnBrk="0" hangingPunct="1">
      <a:defRPr sz="2000" kern="1200">
        <a:solidFill>
          <a:schemeClr val="tx1"/>
        </a:solidFill>
        <a:latin typeface="Arial" charset="0"/>
        <a:ea typeface="+mn-ea"/>
        <a:cs typeface="Arial" charset="0"/>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nox, Michelle" initials="" lastIdx="2" clrIdx="0"/>
  <p:cmAuthor id="1" name="Dodgen, Craig" initials="" lastIdx="7" clrIdx="1"/>
  <p:cmAuthor id="2" name="Keegan, Trevor J" initials="TK" lastIdx="18" clrIdx="2"/>
  <p:cmAuthor id="3" name="Robinson, Kimberly S" initials="KR" lastIdx="2" clrIdx="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2D400"/>
    <a:srgbClr val="4CBDE8"/>
    <a:srgbClr val="002076"/>
    <a:srgbClr val="A4D400"/>
    <a:srgbClr val="00A1DE"/>
    <a:srgbClr val="002776"/>
    <a:srgbClr val="3C8A2E"/>
    <a:srgbClr val="4C689F"/>
    <a:srgbClr val="C9DD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3738" autoAdjust="0"/>
    <p:restoredTop sz="87714" autoAdjust="0"/>
  </p:normalViewPr>
  <p:slideViewPr>
    <p:cSldViewPr snapToGrid="0">
      <p:cViewPr varScale="1">
        <p:scale>
          <a:sx n="108" d="100"/>
          <a:sy n="108" d="100"/>
        </p:scale>
        <p:origin x="-1320" y="-90"/>
      </p:cViewPr>
      <p:guideLst>
        <p:guide orient="horz" pos="2449"/>
        <p:guide pos="3169"/>
      </p:guideLst>
    </p:cSldViewPr>
  </p:slideViewPr>
  <p:outlineViewPr>
    <p:cViewPr>
      <p:scale>
        <a:sx n="33" d="100"/>
        <a:sy n="33" d="100"/>
      </p:scale>
      <p:origin x="0" y="80952"/>
    </p:cViewPr>
  </p:outlineViewPr>
  <p:notesTextViewPr>
    <p:cViewPr>
      <p:scale>
        <a:sx n="100" d="100"/>
        <a:sy n="100" d="100"/>
      </p:scale>
      <p:origin x="0" y="0"/>
    </p:cViewPr>
  </p:notesTextViewPr>
  <p:sorterViewPr>
    <p:cViewPr>
      <p:scale>
        <a:sx n="90" d="100"/>
        <a:sy n="90" d="100"/>
      </p:scale>
      <p:origin x="0" y="0"/>
    </p:cViewPr>
  </p:sorterViewPr>
  <p:notesViewPr>
    <p:cSldViewPr snapToGrid="0">
      <p:cViewPr varScale="1">
        <p:scale>
          <a:sx n="48" d="100"/>
          <a:sy n="48" d="100"/>
        </p:scale>
        <p:origin x="-2652" y="-108"/>
      </p:cViewPr>
      <p:guideLst>
        <p:guide orient="horz" pos="2934"/>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1C97A8-C22B-49C7-BBD5-5F264BCBC8F0}" type="doc">
      <dgm:prSet loTypeId="urn:microsoft.com/office/officeart/2005/8/layout/venn1" loCatId="relationship" qsTypeId="urn:microsoft.com/office/officeart/2005/8/quickstyle/simple1" qsCatId="simple" csTypeId="urn:microsoft.com/office/officeart/2005/8/colors/accent1_2" csCatId="accent1" phldr="1"/>
      <dgm:spPr/>
    </dgm:pt>
    <dgm:pt modelId="{88789A78-5CEB-4545-80E8-C2713CAD80DC}">
      <dgm:prSet phldrT="[Text]" custT="1"/>
      <dgm:spPr>
        <a:solidFill>
          <a:schemeClr val="accent2"/>
        </a:solidFill>
      </dgm:spPr>
      <dgm:t>
        <a:bodyPr/>
        <a:lstStyle/>
        <a:p>
          <a:r>
            <a:rPr lang="en-US" sz="2000" dirty="0" smtClean="0"/>
            <a:t>Lead Estimator</a:t>
          </a:r>
          <a:endParaRPr lang="en-US" sz="2000" dirty="0"/>
        </a:p>
      </dgm:t>
    </dgm:pt>
    <dgm:pt modelId="{6E3C2BBE-C20A-4593-8F16-DF948ECDFA8D}" type="parTrans" cxnId="{F1844589-D225-445E-A957-038AC7ECE238}">
      <dgm:prSet/>
      <dgm:spPr/>
      <dgm:t>
        <a:bodyPr/>
        <a:lstStyle/>
        <a:p>
          <a:endParaRPr lang="en-US" sz="3200"/>
        </a:p>
      </dgm:t>
    </dgm:pt>
    <dgm:pt modelId="{CF552A7A-C99D-4DE2-B4EF-22BF4217611E}" type="sibTrans" cxnId="{F1844589-D225-445E-A957-038AC7ECE238}">
      <dgm:prSet/>
      <dgm:spPr/>
      <dgm:t>
        <a:bodyPr/>
        <a:lstStyle/>
        <a:p>
          <a:endParaRPr lang="en-US" sz="3200"/>
        </a:p>
      </dgm:t>
    </dgm:pt>
    <dgm:pt modelId="{5EAFAB4A-B293-46FA-8E61-F227F3FFD32B}">
      <dgm:prSet phldrT="[Text]" custT="1"/>
      <dgm:spPr>
        <a:solidFill>
          <a:schemeClr val="accent2">
            <a:alpha val="50000"/>
          </a:schemeClr>
        </a:solidFill>
      </dgm:spPr>
      <dgm:t>
        <a:bodyPr/>
        <a:lstStyle/>
        <a:p>
          <a:r>
            <a:rPr lang="en-US" sz="2000" dirty="0" smtClean="0"/>
            <a:t>PM </a:t>
          </a:r>
          <a:r>
            <a:rPr lang="en-US" sz="2000" dirty="0" err="1" smtClean="0"/>
            <a:t>CoE</a:t>
          </a:r>
          <a:endParaRPr lang="en-US" sz="2000" dirty="0" smtClean="0"/>
        </a:p>
      </dgm:t>
    </dgm:pt>
    <dgm:pt modelId="{959DA47E-A7D7-42B1-B4F5-8E3A9C95096A}" type="parTrans" cxnId="{3BF7FC7C-3606-49B5-9ABB-B43375B9B207}">
      <dgm:prSet/>
      <dgm:spPr/>
      <dgm:t>
        <a:bodyPr/>
        <a:lstStyle/>
        <a:p>
          <a:endParaRPr lang="en-US" sz="3200"/>
        </a:p>
      </dgm:t>
    </dgm:pt>
    <dgm:pt modelId="{4C2D94E4-0D22-49A8-BFFF-567EB92ED3BE}" type="sibTrans" cxnId="{3BF7FC7C-3606-49B5-9ABB-B43375B9B207}">
      <dgm:prSet/>
      <dgm:spPr/>
      <dgm:t>
        <a:bodyPr/>
        <a:lstStyle/>
        <a:p>
          <a:endParaRPr lang="en-US" sz="3200"/>
        </a:p>
      </dgm:t>
    </dgm:pt>
    <dgm:pt modelId="{95F9AD60-D9D6-40EB-9C0B-FB514AFEFA8A}">
      <dgm:prSet phldrT="[Text]" custT="1"/>
      <dgm:spPr>
        <a:solidFill>
          <a:schemeClr val="accent2">
            <a:alpha val="50000"/>
          </a:schemeClr>
        </a:solidFill>
      </dgm:spPr>
      <dgm:t>
        <a:bodyPr/>
        <a:lstStyle/>
        <a:p>
          <a:r>
            <a:rPr lang="en-US" sz="2000" dirty="0" smtClean="0"/>
            <a:t>PE&amp;PS Coach</a:t>
          </a:r>
          <a:endParaRPr lang="en-US" sz="2000" dirty="0"/>
        </a:p>
      </dgm:t>
    </dgm:pt>
    <dgm:pt modelId="{407E59BA-D026-40F1-A476-DE8622E1A20D}" type="parTrans" cxnId="{B4EC4FD3-B37C-443B-81EB-6725E36BA466}">
      <dgm:prSet/>
      <dgm:spPr/>
      <dgm:t>
        <a:bodyPr/>
        <a:lstStyle/>
        <a:p>
          <a:endParaRPr lang="en-US" sz="3200"/>
        </a:p>
      </dgm:t>
    </dgm:pt>
    <dgm:pt modelId="{4F30094D-54F3-4A3B-800B-84213F4A147C}" type="sibTrans" cxnId="{B4EC4FD3-B37C-443B-81EB-6725E36BA466}">
      <dgm:prSet/>
      <dgm:spPr/>
      <dgm:t>
        <a:bodyPr/>
        <a:lstStyle/>
        <a:p>
          <a:endParaRPr lang="en-US" sz="3200"/>
        </a:p>
      </dgm:t>
    </dgm:pt>
    <dgm:pt modelId="{BDBD8E52-01C6-43A3-A432-6A677FE08187}">
      <dgm:prSet custT="1"/>
      <dgm:spPr>
        <a:solidFill>
          <a:schemeClr val="accent2"/>
        </a:solidFill>
      </dgm:spPr>
      <dgm:t>
        <a:bodyPr/>
        <a:lstStyle/>
        <a:p>
          <a:endParaRPr lang="en-US" sz="1200" dirty="0"/>
        </a:p>
      </dgm:t>
    </dgm:pt>
    <dgm:pt modelId="{875E1125-6238-486B-8713-FE160E053461}" type="parTrans" cxnId="{5C26551A-8FEB-4EB1-AFE9-9D9B9BDAE558}">
      <dgm:prSet/>
      <dgm:spPr/>
      <dgm:t>
        <a:bodyPr/>
        <a:lstStyle/>
        <a:p>
          <a:endParaRPr lang="en-US" sz="3200"/>
        </a:p>
      </dgm:t>
    </dgm:pt>
    <dgm:pt modelId="{3BC52DC1-CCE3-4C71-B460-33966C071672}" type="sibTrans" cxnId="{5C26551A-8FEB-4EB1-AFE9-9D9B9BDAE558}">
      <dgm:prSet/>
      <dgm:spPr/>
      <dgm:t>
        <a:bodyPr/>
        <a:lstStyle/>
        <a:p>
          <a:endParaRPr lang="en-US" sz="3200"/>
        </a:p>
      </dgm:t>
    </dgm:pt>
    <dgm:pt modelId="{C825BC15-78F5-4525-9E6F-8D58F5C66E75}">
      <dgm:prSet custT="1"/>
      <dgm:spPr>
        <a:solidFill>
          <a:schemeClr val="accent2">
            <a:alpha val="50000"/>
          </a:schemeClr>
        </a:solidFill>
      </dgm:spPr>
      <dgm:t>
        <a:bodyPr/>
        <a:lstStyle/>
        <a:p>
          <a:endParaRPr lang="en-US" sz="1200" dirty="0"/>
        </a:p>
      </dgm:t>
    </dgm:pt>
    <dgm:pt modelId="{96A9749C-7604-4558-B43B-432AC387459B}" type="parTrans" cxnId="{5515785D-F321-41D9-90C6-A6B0882A0013}">
      <dgm:prSet/>
      <dgm:spPr/>
      <dgm:t>
        <a:bodyPr/>
        <a:lstStyle/>
        <a:p>
          <a:endParaRPr lang="en-US" sz="3200"/>
        </a:p>
      </dgm:t>
    </dgm:pt>
    <dgm:pt modelId="{52C3FACD-3048-4625-81C2-724C6A626375}" type="sibTrans" cxnId="{5515785D-F321-41D9-90C6-A6B0882A0013}">
      <dgm:prSet/>
      <dgm:spPr/>
      <dgm:t>
        <a:bodyPr/>
        <a:lstStyle/>
        <a:p>
          <a:endParaRPr lang="en-US" sz="3200"/>
        </a:p>
      </dgm:t>
    </dgm:pt>
    <dgm:pt modelId="{7533A271-19FE-4D0D-9D53-567D97B4B3D6}" type="pres">
      <dgm:prSet presAssocID="{3F1C97A8-C22B-49C7-BBD5-5F264BCBC8F0}" presName="compositeShape" presStyleCnt="0">
        <dgm:presLayoutVars>
          <dgm:chMax val="7"/>
          <dgm:dir/>
          <dgm:resizeHandles val="exact"/>
        </dgm:presLayoutVars>
      </dgm:prSet>
      <dgm:spPr/>
    </dgm:pt>
    <dgm:pt modelId="{413086F7-D104-4F73-B1AE-479A21E85660}" type="pres">
      <dgm:prSet presAssocID="{88789A78-5CEB-4545-80E8-C2713CAD80DC}" presName="circ1" presStyleLbl="vennNode1" presStyleIdx="0" presStyleCnt="3"/>
      <dgm:spPr/>
      <dgm:t>
        <a:bodyPr/>
        <a:lstStyle/>
        <a:p>
          <a:endParaRPr lang="en-US"/>
        </a:p>
      </dgm:t>
    </dgm:pt>
    <dgm:pt modelId="{9515A8CB-CB05-498F-9359-7D4D1FA0A157}" type="pres">
      <dgm:prSet presAssocID="{88789A78-5CEB-4545-80E8-C2713CAD80DC}" presName="circ1Tx" presStyleLbl="revTx" presStyleIdx="0" presStyleCnt="0">
        <dgm:presLayoutVars>
          <dgm:chMax val="0"/>
          <dgm:chPref val="0"/>
          <dgm:bulletEnabled val="1"/>
        </dgm:presLayoutVars>
      </dgm:prSet>
      <dgm:spPr/>
      <dgm:t>
        <a:bodyPr/>
        <a:lstStyle/>
        <a:p>
          <a:endParaRPr lang="en-US"/>
        </a:p>
      </dgm:t>
    </dgm:pt>
    <dgm:pt modelId="{920A9D8E-306B-4A90-997B-CCAB5C54F0B1}" type="pres">
      <dgm:prSet presAssocID="{5EAFAB4A-B293-46FA-8E61-F227F3FFD32B}" presName="circ2" presStyleLbl="vennNode1" presStyleIdx="1" presStyleCnt="3"/>
      <dgm:spPr/>
      <dgm:t>
        <a:bodyPr/>
        <a:lstStyle/>
        <a:p>
          <a:endParaRPr lang="en-US"/>
        </a:p>
      </dgm:t>
    </dgm:pt>
    <dgm:pt modelId="{4E344D84-8AB3-438C-A7CE-13B905B2B28C}" type="pres">
      <dgm:prSet presAssocID="{5EAFAB4A-B293-46FA-8E61-F227F3FFD32B}" presName="circ2Tx" presStyleLbl="revTx" presStyleIdx="0" presStyleCnt="0">
        <dgm:presLayoutVars>
          <dgm:chMax val="0"/>
          <dgm:chPref val="0"/>
          <dgm:bulletEnabled val="1"/>
        </dgm:presLayoutVars>
      </dgm:prSet>
      <dgm:spPr/>
      <dgm:t>
        <a:bodyPr/>
        <a:lstStyle/>
        <a:p>
          <a:endParaRPr lang="en-US"/>
        </a:p>
      </dgm:t>
    </dgm:pt>
    <dgm:pt modelId="{E7DB163B-D90C-4FD5-A615-9EF88E805B54}" type="pres">
      <dgm:prSet presAssocID="{95F9AD60-D9D6-40EB-9C0B-FB514AFEFA8A}" presName="circ3" presStyleLbl="vennNode1" presStyleIdx="2" presStyleCnt="3"/>
      <dgm:spPr/>
      <dgm:t>
        <a:bodyPr/>
        <a:lstStyle/>
        <a:p>
          <a:endParaRPr lang="en-US"/>
        </a:p>
      </dgm:t>
    </dgm:pt>
    <dgm:pt modelId="{3FA596E8-605D-4E05-B641-84B72D51D45C}" type="pres">
      <dgm:prSet presAssocID="{95F9AD60-D9D6-40EB-9C0B-FB514AFEFA8A}" presName="circ3Tx" presStyleLbl="revTx" presStyleIdx="0" presStyleCnt="0">
        <dgm:presLayoutVars>
          <dgm:chMax val="0"/>
          <dgm:chPref val="0"/>
          <dgm:bulletEnabled val="1"/>
        </dgm:presLayoutVars>
      </dgm:prSet>
      <dgm:spPr/>
      <dgm:t>
        <a:bodyPr/>
        <a:lstStyle/>
        <a:p>
          <a:endParaRPr lang="en-US"/>
        </a:p>
      </dgm:t>
    </dgm:pt>
  </dgm:ptLst>
  <dgm:cxnLst>
    <dgm:cxn modelId="{5ABA8F32-7AF8-4264-A310-9F536035AE93}" type="presOf" srcId="{88789A78-5CEB-4545-80E8-C2713CAD80DC}" destId="{413086F7-D104-4F73-B1AE-479A21E85660}" srcOrd="0" destOrd="0" presId="urn:microsoft.com/office/officeart/2005/8/layout/venn1"/>
    <dgm:cxn modelId="{E4004EE7-1424-42C2-9E83-5A18C648CAE4}" type="presOf" srcId="{C825BC15-78F5-4525-9E6F-8D58F5C66E75}" destId="{4E344D84-8AB3-438C-A7CE-13B905B2B28C}" srcOrd="1" destOrd="1" presId="urn:microsoft.com/office/officeart/2005/8/layout/venn1"/>
    <dgm:cxn modelId="{2122CE6B-66DF-457B-ADA8-86DBBAC08839}" type="presOf" srcId="{BDBD8E52-01C6-43A3-A432-6A677FE08187}" destId="{9515A8CB-CB05-498F-9359-7D4D1FA0A157}" srcOrd="1" destOrd="1" presId="urn:microsoft.com/office/officeart/2005/8/layout/venn1"/>
    <dgm:cxn modelId="{44C57C4A-AFC7-4DB8-91E9-55983C1A54A2}" type="presOf" srcId="{95F9AD60-D9D6-40EB-9C0B-FB514AFEFA8A}" destId="{E7DB163B-D90C-4FD5-A615-9EF88E805B54}" srcOrd="0" destOrd="0" presId="urn:microsoft.com/office/officeart/2005/8/layout/venn1"/>
    <dgm:cxn modelId="{5515785D-F321-41D9-90C6-A6B0882A0013}" srcId="{5EAFAB4A-B293-46FA-8E61-F227F3FFD32B}" destId="{C825BC15-78F5-4525-9E6F-8D58F5C66E75}" srcOrd="0" destOrd="0" parTransId="{96A9749C-7604-4558-B43B-432AC387459B}" sibTransId="{52C3FACD-3048-4625-81C2-724C6A626375}"/>
    <dgm:cxn modelId="{44722C99-A614-4D9E-B44B-8E17575C8A9D}" type="presOf" srcId="{88789A78-5CEB-4545-80E8-C2713CAD80DC}" destId="{9515A8CB-CB05-498F-9359-7D4D1FA0A157}" srcOrd="1" destOrd="0" presId="urn:microsoft.com/office/officeart/2005/8/layout/venn1"/>
    <dgm:cxn modelId="{2957F038-4B06-447D-8925-1C2146018D72}" type="presOf" srcId="{5EAFAB4A-B293-46FA-8E61-F227F3FFD32B}" destId="{920A9D8E-306B-4A90-997B-CCAB5C54F0B1}" srcOrd="0" destOrd="0" presId="urn:microsoft.com/office/officeart/2005/8/layout/venn1"/>
    <dgm:cxn modelId="{C486F53A-AC44-481F-AF93-4AD0061A0CBE}" type="presOf" srcId="{BDBD8E52-01C6-43A3-A432-6A677FE08187}" destId="{413086F7-D104-4F73-B1AE-479A21E85660}" srcOrd="0" destOrd="1" presId="urn:microsoft.com/office/officeart/2005/8/layout/venn1"/>
    <dgm:cxn modelId="{B4EC4FD3-B37C-443B-81EB-6725E36BA466}" srcId="{3F1C97A8-C22B-49C7-BBD5-5F264BCBC8F0}" destId="{95F9AD60-D9D6-40EB-9C0B-FB514AFEFA8A}" srcOrd="2" destOrd="0" parTransId="{407E59BA-D026-40F1-A476-DE8622E1A20D}" sibTransId="{4F30094D-54F3-4A3B-800B-84213F4A147C}"/>
    <dgm:cxn modelId="{3BF7FC7C-3606-49B5-9ABB-B43375B9B207}" srcId="{3F1C97A8-C22B-49C7-BBD5-5F264BCBC8F0}" destId="{5EAFAB4A-B293-46FA-8E61-F227F3FFD32B}" srcOrd="1" destOrd="0" parTransId="{959DA47E-A7D7-42B1-B4F5-8E3A9C95096A}" sibTransId="{4C2D94E4-0D22-49A8-BFFF-567EB92ED3BE}"/>
    <dgm:cxn modelId="{F352DB94-14B6-4E39-A7E4-B4A4A1849277}" type="presOf" srcId="{95F9AD60-D9D6-40EB-9C0B-FB514AFEFA8A}" destId="{3FA596E8-605D-4E05-B641-84B72D51D45C}" srcOrd="1" destOrd="0" presId="urn:microsoft.com/office/officeart/2005/8/layout/venn1"/>
    <dgm:cxn modelId="{33775B58-6270-4381-9B52-6753B86F71B9}" type="presOf" srcId="{3F1C97A8-C22B-49C7-BBD5-5F264BCBC8F0}" destId="{7533A271-19FE-4D0D-9D53-567D97B4B3D6}" srcOrd="0" destOrd="0" presId="urn:microsoft.com/office/officeart/2005/8/layout/venn1"/>
    <dgm:cxn modelId="{5C26551A-8FEB-4EB1-AFE9-9D9B9BDAE558}" srcId="{88789A78-5CEB-4545-80E8-C2713CAD80DC}" destId="{BDBD8E52-01C6-43A3-A432-6A677FE08187}" srcOrd="0" destOrd="0" parTransId="{875E1125-6238-486B-8713-FE160E053461}" sibTransId="{3BC52DC1-CCE3-4C71-B460-33966C071672}"/>
    <dgm:cxn modelId="{F1844589-D225-445E-A957-038AC7ECE238}" srcId="{3F1C97A8-C22B-49C7-BBD5-5F264BCBC8F0}" destId="{88789A78-5CEB-4545-80E8-C2713CAD80DC}" srcOrd="0" destOrd="0" parTransId="{6E3C2BBE-C20A-4593-8F16-DF948ECDFA8D}" sibTransId="{CF552A7A-C99D-4DE2-B4EF-22BF4217611E}"/>
    <dgm:cxn modelId="{410DB240-A052-4F07-A705-4BBF089305D2}" type="presOf" srcId="{5EAFAB4A-B293-46FA-8E61-F227F3FFD32B}" destId="{4E344D84-8AB3-438C-A7CE-13B905B2B28C}" srcOrd="1" destOrd="0" presId="urn:microsoft.com/office/officeart/2005/8/layout/venn1"/>
    <dgm:cxn modelId="{8003F90B-F8E0-4646-9019-102DEAF9B428}" type="presOf" srcId="{C825BC15-78F5-4525-9E6F-8D58F5C66E75}" destId="{920A9D8E-306B-4A90-997B-CCAB5C54F0B1}" srcOrd="0" destOrd="1" presId="urn:microsoft.com/office/officeart/2005/8/layout/venn1"/>
    <dgm:cxn modelId="{3B44CCDF-3476-446C-93AB-8FB38FB0251A}" type="presParOf" srcId="{7533A271-19FE-4D0D-9D53-567D97B4B3D6}" destId="{413086F7-D104-4F73-B1AE-479A21E85660}" srcOrd="0" destOrd="0" presId="urn:microsoft.com/office/officeart/2005/8/layout/venn1"/>
    <dgm:cxn modelId="{9922F507-CA67-4CA7-B9D2-937550072F34}" type="presParOf" srcId="{7533A271-19FE-4D0D-9D53-567D97B4B3D6}" destId="{9515A8CB-CB05-498F-9359-7D4D1FA0A157}" srcOrd="1" destOrd="0" presId="urn:microsoft.com/office/officeart/2005/8/layout/venn1"/>
    <dgm:cxn modelId="{D6F8C194-D7CE-4DF2-A3F2-4F6AC8B8DB43}" type="presParOf" srcId="{7533A271-19FE-4D0D-9D53-567D97B4B3D6}" destId="{920A9D8E-306B-4A90-997B-CCAB5C54F0B1}" srcOrd="2" destOrd="0" presId="urn:microsoft.com/office/officeart/2005/8/layout/venn1"/>
    <dgm:cxn modelId="{B51EF4F6-D0B9-4A59-A053-E61B3C867E86}" type="presParOf" srcId="{7533A271-19FE-4D0D-9D53-567D97B4B3D6}" destId="{4E344D84-8AB3-438C-A7CE-13B905B2B28C}" srcOrd="3" destOrd="0" presId="urn:microsoft.com/office/officeart/2005/8/layout/venn1"/>
    <dgm:cxn modelId="{4743023F-1084-4BDB-8922-BA0687111570}" type="presParOf" srcId="{7533A271-19FE-4D0D-9D53-567D97B4B3D6}" destId="{E7DB163B-D90C-4FD5-A615-9EF88E805B54}" srcOrd="4" destOrd="0" presId="urn:microsoft.com/office/officeart/2005/8/layout/venn1"/>
    <dgm:cxn modelId="{5B4C6E81-AD15-49EA-A2F9-1274CD12251D}" type="presParOf" srcId="{7533A271-19FE-4D0D-9D53-567D97B4B3D6}" destId="{3FA596E8-605D-4E05-B641-84B72D51D45C}"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3086F7-D104-4F73-B1AE-479A21E85660}">
      <dsp:nvSpPr>
        <dsp:cNvPr id="0" name=""/>
        <dsp:cNvSpPr/>
      </dsp:nvSpPr>
      <dsp:spPr>
        <a:xfrm>
          <a:off x="969876" y="41433"/>
          <a:ext cx="1988820" cy="1988820"/>
        </a:xfrm>
        <a:prstGeom prst="ellipse">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1">
          <a:noAutofit/>
        </a:bodyPr>
        <a:lstStyle/>
        <a:p>
          <a:pPr lvl="0" algn="l" defTabSz="889000">
            <a:lnSpc>
              <a:spcPct val="90000"/>
            </a:lnSpc>
            <a:spcBef>
              <a:spcPct val="0"/>
            </a:spcBef>
            <a:spcAft>
              <a:spcPct val="35000"/>
            </a:spcAft>
          </a:pPr>
          <a:r>
            <a:rPr lang="en-US" sz="2000" kern="1200" dirty="0" smtClean="0"/>
            <a:t>Lead Estimator</a:t>
          </a:r>
          <a:endParaRPr lang="en-US" sz="2000" kern="1200" dirty="0"/>
        </a:p>
        <a:p>
          <a:pPr marL="114300" lvl="1" indent="-114300" algn="l" defTabSz="533400">
            <a:lnSpc>
              <a:spcPct val="90000"/>
            </a:lnSpc>
            <a:spcBef>
              <a:spcPct val="0"/>
            </a:spcBef>
            <a:spcAft>
              <a:spcPct val="15000"/>
            </a:spcAft>
            <a:buChar char="••"/>
          </a:pPr>
          <a:endParaRPr lang="en-US" sz="1200" kern="1200" dirty="0"/>
        </a:p>
      </dsp:txBody>
      <dsp:txXfrm>
        <a:off x="1235053" y="389477"/>
        <a:ext cx="1458468" cy="894969"/>
      </dsp:txXfrm>
    </dsp:sp>
    <dsp:sp modelId="{920A9D8E-306B-4A90-997B-CCAB5C54F0B1}">
      <dsp:nvSpPr>
        <dsp:cNvPr id="0" name=""/>
        <dsp:cNvSpPr/>
      </dsp:nvSpPr>
      <dsp:spPr>
        <a:xfrm>
          <a:off x="1687509" y="1284446"/>
          <a:ext cx="1988820" cy="1988820"/>
        </a:xfrm>
        <a:prstGeom prst="ellipse">
          <a:avLst/>
        </a:prstGeom>
        <a:solidFill>
          <a:schemeClr val="accent2">
            <a:alpha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1">
          <a:noAutofit/>
        </a:bodyPr>
        <a:lstStyle/>
        <a:p>
          <a:pPr lvl="0" algn="l" defTabSz="889000">
            <a:lnSpc>
              <a:spcPct val="90000"/>
            </a:lnSpc>
            <a:spcBef>
              <a:spcPct val="0"/>
            </a:spcBef>
            <a:spcAft>
              <a:spcPct val="35000"/>
            </a:spcAft>
          </a:pPr>
          <a:r>
            <a:rPr lang="en-US" sz="2000" kern="1200" dirty="0" smtClean="0"/>
            <a:t>PM </a:t>
          </a:r>
          <a:r>
            <a:rPr lang="en-US" sz="2000" kern="1200" dirty="0" err="1" smtClean="0"/>
            <a:t>CoE</a:t>
          </a:r>
          <a:endParaRPr lang="en-US" sz="2000" kern="1200" dirty="0" smtClean="0"/>
        </a:p>
        <a:p>
          <a:pPr marL="114300" lvl="1" indent="-114300" algn="l" defTabSz="533400">
            <a:lnSpc>
              <a:spcPct val="90000"/>
            </a:lnSpc>
            <a:spcBef>
              <a:spcPct val="0"/>
            </a:spcBef>
            <a:spcAft>
              <a:spcPct val="15000"/>
            </a:spcAft>
            <a:buChar char="••"/>
          </a:pPr>
          <a:endParaRPr lang="en-US" sz="1200" kern="1200" dirty="0"/>
        </a:p>
      </dsp:txBody>
      <dsp:txXfrm>
        <a:off x="2295757" y="1798224"/>
        <a:ext cx="1193292" cy="1093851"/>
      </dsp:txXfrm>
    </dsp:sp>
    <dsp:sp modelId="{E7DB163B-D90C-4FD5-A615-9EF88E805B54}">
      <dsp:nvSpPr>
        <dsp:cNvPr id="0" name=""/>
        <dsp:cNvSpPr/>
      </dsp:nvSpPr>
      <dsp:spPr>
        <a:xfrm>
          <a:off x="252244" y="1284446"/>
          <a:ext cx="1988820" cy="1988820"/>
        </a:xfrm>
        <a:prstGeom prst="ellipse">
          <a:avLst/>
        </a:prstGeom>
        <a:solidFill>
          <a:schemeClr val="accent2">
            <a:alpha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889000">
            <a:lnSpc>
              <a:spcPct val="90000"/>
            </a:lnSpc>
            <a:spcBef>
              <a:spcPct val="0"/>
            </a:spcBef>
            <a:spcAft>
              <a:spcPct val="35000"/>
            </a:spcAft>
          </a:pPr>
          <a:r>
            <a:rPr lang="en-US" sz="2000" kern="1200" dirty="0" smtClean="0"/>
            <a:t>PE&amp;PS Coach</a:t>
          </a:r>
          <a:endParaRPr lang="en-US" sz="2000" kern="1200" dirty="0"/>
        </a:p>
      </dsp:txBody>
      <dsp:txXfrm>
        <a:off x="439524" y="1798224"/>
        <a:ext cx="1193292" cy="1093851"/>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1" y="0"/>
            <a:ext cx="2972320" cy="465056"/>
          </a:xfrm>
          <a:prstGeom prst="rect">
            <a:avLst/>
          </a:prstGeom>
          <a:noFill/>
          <a:ln w="9525">
            <a:noFill/>
            <a:miter lim="800000"/>
            <a:headEnd/>
            <a:tailEnd/>
          </a:ln>
        </p:spPr>
        <p:txBody>
          <a:bodyPr vert="horz" wrap="square" lIns="63442" tIns="31721" rIns="63442" bIns="31721" numCol="1" anchor="t" anchorCtr="0" compatLnSpc="1">
            <a:prstTxWarp prst="textNoShape">
              <a:avLst/>
            </a:prstTxWarp>
          </a:bodyPr>
          <a:lstStyle>
            <a:lvl1pPr defTabSz="635000">
              <a:defRPr sz="800"/>
            </a:lvl1pPr>
          </a:lstStyle>
          <a:p>
            <a:pPr>
              <a:defRPr/>
            </a:pPr>
            <a:endParaRPr lang="en-GB" dirty="0"/>
          </a:p>
        </p:txBody>
      </p:sp>
      <p:sp>
        <p:nvSpPr>
          <p:cNvPr id="3" name="Date Placeholder 2"/>
          <p:cNvSpPr>
            <a:spLocks noGrp="1"/>
          </p:cNvSpPr>
          <p:nvPr>
            <p:ph type="dt" sz="quarter" idx="1"/>
          </p:nvPr>
        </p:nvSpPr>
        <p:spPr bwMode="auto">
          <a:xfrm>
            <a:off x="3885681" y="0"/>
            <a:ext cx="2970761" cy="465056"/>
          </a:xfrm>
          <a:prstGeom prst="rect">
            <a:avLst/>
          </a:prstGeom>
          <a:noFill/>
          <a:ln w="9525">
            <a:noFill/>
            <a:miter lim="800000"/>
            <a:headEnd/>
            <a:tailEnd/>
          </a:ln>
        </p:spPr>
        <p:txBody>
          <a:bodyPr vert="horz" wrap="square" lIns="63442" tIns="31721" rIns="63442" bIns="31721" numCol="1" anchor="t" anchorCtr="0" compatLnSpc="1">
            <a:prstTxWarp prst="textNoShape">
              <a:avLst/>
            </a:prstTxWarp>
          </a:bodyPr>
          <a:lstStyle>
            <a:lvl1pPr algn="r" defTabSz="635000">
              <a:defRPr sz="800"/>
            </a:lvl1pPr>
          </a:lstStyle>
          <a:p>
            <a:pPr>
              <a:defRPr/>
            </a:pPr>
            <a:fld id="{AC33DF5C-A4FB-45B1-B122-BF25027DAD9D}" type="datetimeFigureOut">
              <a:rPr lang="en-US"/>
              <a:pPr>
                <a:defRPr/>
              </a:pPr>
              <a:t>4/24/2012</a:t>
            </a:fld>
            <a:endParaRPr lang="en-GB" dirty="0"/>
          </a:p>
        </p:txBody>
      </p:sp>
      <p:sp>
        <p:nvSpPr>
          <p:cNvPr id="4" name="Footer Placeholder 3"/>
          <p:cNvSpPr>
            <a:spLocks noGrp="1"/>
          </p:cNvSpPr>
          <p:nvPr>
            <p:ph type="ftr" sz="quarter" idx="2"/>
          </p:nvPr>
        </p:nvSpPr>
        <p:spPr bwMode="auto">
          <a:xfrm>
            <a:off x="1" y="8847215"/>
            <a:ext cx="2972320" cy="465056"/>
          </a:xfrm>
          <a:prstGeom prst="rect">
            <a:avLst/>
          </a:prstGeom>
          <a:noFill/>
          <a:ln w="9525">
            <a:noFill/>
            <a:miter lim="800000"/>
            <a:headEnd/>
            <a:tailEnd/>
          </a:ln>
        </p:spPr>
        <p:txBody>
          <a:bodyPr vert="horz" wrap="square" lIns="63442" tIns="31721" rIns="63442" bIns="31721" numCol="1" anchor="b" anchorCtr="0" compatLnSpc="1">
            <a:prstTxWarp prst="textNoShape">
              <a:avLst/>
            </a:prstTxWarp>
          </a:bodyPr>
          <a:lstStyle>
            <a:lvl1pPr defTabSz="635000">
              <a:defRPr sz="800"/>
            </a:lvl1pPr>
          </a:lstStyle>
          <a:p>
            <a:pPr>
              <a:defRPr/>
            </a:pPr>
            <a:endParaRPr lang="en-GB" dirty="0"/>
          </a:p>
        </p:txBody>
      </p:sp>
      <p:sp>
        <p:nvSpPr>
          <p:cNvPr id="5" name="Slide Number Placeholder 4"/>
          <p:cNvSpPr>
            <a:spLocks noGrp="1"/>
          </p:cNvSpPr>
          <p:nvPr>
            <p:ph type="sldNum" sz="quarter" idx="3"/>
          </p:nvPr>
        </p:nvSpPr>
        <p:spPr bwMode="auto">
          <a:xfrm>
            <a:off x="3885681" y="8847215"/>
            <a:ext cx="2970761" cy="465056"/>
          </a:xfrm>
          <a:prstGeom prst="rect">
            <a:avLst/>
          </a:prstGeom>
          <a:noFill/>
          <a:ln w="9525">
            <a:noFill/>
            <a:miter lim="800000"/>
            <a:headEnd/>
            <a:tailEnd/>
          </a:ln>
        </p:spPr>
        <p:txBody>
          <a:bodyPr vert="horz" wrap="square" lIns="63442" tIns="31721" rIns="63442" bIns="31721" numCol="1" anchor="b" anchorCtr="0" compatLnSpc="1">
            <a:prstTxWarp prst="textNoShape">
              <a:avLst/>
            </a:prstTxWarp>
          </a:bodyPr>
          <a:lstStyle>
            <a:lvl1pPr algn="r" defTabSz="635000">
              <a:defRPr sz="800"/>
            </a:lvl1pPr>
          </a:lstStyle>
          <a:p>
            <a:pPr>
              <a:defRPr/>
            </a:pPr>
            <a:fld id="{73D032E5-3A7C-45E9-8646-7AA3BE02E9AC}" type="slidenum">
              <a:rPr lang="en-GB"/>
              <a:pPr>
                <a:defRPr/>
              </a:pPr>
              <a:t>‹#›</a:t>
            </a:fld>
            <a:endParaRPr lang="en-GB" dirty="0"/>
          </a:p>
        </p:txBody>
      </p:sp>
    </p:spTree>
    <p:extLst>
      <p:ext uri="{BB962C8B-B14F-4D97-AF65-F5344CB8AC3E}">
        <p14:creationId xmlns:p14="http://schemas.microsoft.com/office/powerpoint/2010/main" val="21247721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1" y="0"/>
            <a:ext cx="2972320" cy="465056"/>
          </a:xfrm>
          <a:prstGeom prst="rect">
            <a:avLst/>
          </a:prstGeom>
          <a:noFill/>
          <a:ln w="9525">
            <a:noFill/>
            <a:miter lim="800000"/>
            <a:headEnd/>
            <a:tailEnd/>
          </a:ln>
        </p:spPr>
        <p:txBody>
          <a:bodyPr vert="horz" wrap="square" lIns="96723" tIns="48362" rIns="96723" bIns="48362" numCol="1" anchor="t" anchorCtr="0" compatLnSpc="1">
            <a:prstTxWarp prst="textNoShape">
              <a:avLst/>
            </a:prstTxWarp>
          </a:bodyPr>
          <a:lstStyle>
            <a:lvl1pPr defTabSz="635000">
              <a:defRPr sz="1200">
                <a:latin typeface="Calibri" pitchFamily="34" charset="0"/>
              </a:defRPr>
            </a:lvl1pPr>
          </a:lstStyle>
          <a:p>
            <a:pPr>
              <a:defRPr/>
            </a:pPr>
            <a:endParaRPr lang="en-GB" dirty="0"/>
          </a:p>
        </p:txBody>
      </p:sp>
      <p:sp>
        <p:nvSpPr>
          <p:cNvPr id="3" name="Date Placeholder 2"/>
          <p:cNvSpPr>
            <a:spLocks noGrp="1"/>
          </p:cNvSpPr>
          <p:nvPr>
            <p:ph type="dt" idx="1"/>
          </p:nvPr>
        </p:nvSpPr>
        <p:spPr bwMode="auto">
          <a:xfrm>
            <a:off x="3885681" y="0"/>
            <a:ext cx="2970761" cy="465056"/>
          </a:xfrm>
          <a:prstGeom prst="rect">
            <a:avLst/>
          </a:prstGeom>
          <a:noFill/>
          <a:ln w="9525">
            <a:noFill/>
            <a:miter lim="800000"/>
            <a:headEnd/>
            <a:tailEnd/>
          </a:ln>
        </p:spPr>
        <p:txBody>
          <a:bodyPr vert="horz" wrap="square" lIns="96723" tIns="48362" rIns="96723" bIns="48362" numCol="1" anchor="t" anchorCtr="0" compatLnSpc="1">
            <a:prstTxWarp prst="textNoShape">
              <a:avLst/>
            </a:prstTxWarp>
          </a:bodyPr>
          <a:lstStyle>
            <a:lvl1pPr algn="r" defTabSz="635000">
              <a:defRPr sz="1200">
                <a:latin typeface="Calibri" pitchFamily="34" charset="0"/>
              </a:defRPr>
            </a:lvl1pPr>
          </a:lstStyle>
          <a:p>
            <a:pPr>
              <a:defRPr/>
            </a:pPr>
            <a:fld id="{9B2F5F30-0B98-4524-A6A7-7C12CF36FFBF}" type="datetimeFigureOut">
              <a:rPr lang="en-US"/>
              <a:pPr>
                <a:defRPr/>
              </a:pPr>
              <a:t>4/24/2012</a:t>
            </a:fld>
            <a:endParaRPr lang="en-GB" dirty="0"/>
          </a:p>
        </p:txBody>
      </p:sp>
      <p:sp>
        <p:nvSpPr>
          <p:cNvPr id="4" name="Slide Image Placeholder 3"/>
          <p:cNvSpPr>
            <a:spLocks noGrp="1" noRot="1" noChangeAspect="1"/>
          </p:cNvSpPr>
          <p:nvPr>
            <p:ph type="sldImg" idx="2"/>
          </p:nvPr>
        </p:nvSpPr>
        <p:spPr>
          <a:xfrm>
            <a:off x="1169988" y="698500"/>
            <a:ext cx="4519612" cy="3494088"/>
          </a:xfrm>
          <a:prstGeom prst="rect">
            <a:avLst/>
          </a:prstGeom>
          <a:noFill/>
          <a:ln w="12700">
            <a:solidFill>
              <a:prstClr val="black"/>
            </a:solidFill>
          </a:ln>
        </p:spPr>
        <p:txBody>
          <a:bodyPr vert="horz" lIns="139391" tIns="69696" rIns="139391" bIns="69696" rtlCol="0" anchor="ctr"/>
          <a:lstStyle/>
          <a:p>
            <a:pPr lvl="0"/>
            <a:endParaRPr lang="en-GB" noProof="0" dirty="0"/>
          </a:p>
        </p:txBody>
      </p:sp>
      <p:sp>
        <p:nvSpPr>
          <p:cNvPr id="5" name="Notes Placeholder 4"/>
          <p:cNvSpPr>
            <a:spLocks noGrp="1"/>
          </p:cNvSpPr>
          <p:nvPr>
            <p:ph type="body" sz="quarter" idx="3"/>
          </p:nvPr>
        </p:nvSpPr>
        <p:spPr bwMode="auto">
          <a:xfrm>
            <a:off x="685800" y="4424404"/>
            <a:ext cx="5486400" cy="4190283"/>
          </a:xfrm>
          <a:prstGeom prst="rect">
            <a:avLst/>
          </a:prstGeom>
          <a:noFill/>
          <a:ln w="9525">
            <a:noFill/>
            <a:miter lim="800000"/>
            <a:headEnd/>
            <a:tailEnd/>
          </a:ln>
        </p:spPr>
        <p:txBody>
          <a:bodyPr vert="horz" wrap="square" lIns="96723" tIns="48362" rIns="96723" bIns="48362" numCol="1" anchor="t" anchorCtr="0" compatLnSpc="1">
            <a:prstTxWarp prst="textNoShape">
              <a:avLst/>
            </a:prstTxWarp>
          </a:bodyPr>
          <a:lstStyle/>
          <a:p>
            <a:pPr lvl="0"/>
            <a:r>
              <a:rPr lang="en-US" noProof="0" smtClean="0"/>
              <a:t>Click to edit Master text styles</a:t>
            </a:r>
          </a:p>
          <a:p>
            <a:pPr lvl="0"/>
            <a:r>
              <a:rPr lang="en-US" noProof="0" smtClean="0"/>
              <a:t>Second level</a:t>
            </a:r>
          </a:p>
          <a:p>
            <a:pPr lvl="0"/>
            <a:r>
              <a:rPr lang="en-US" noProof="0" smtClean="0"/>
              <a:t>Third level</a:t>
            </a:r>
          </a:p>
          <a:p>
            <a:pPr lvl="0"/>
            <a:r>
              <a:rPr lang="en-US" noProof="0" smtClean="0"/>
              <a:t>Fourth level</a:t>
            </a:r>
          </a:p>
          <a:p>
            <a:pPr lvl="0"/>
            <a:r>
              <a:rPr lang="en-US" noProof="0" smtClean="0"/>
              <a:t>Fifth level</a:t>
            </a:r>
            <a:endParaRPr lang="en-GB" noProof="0" smtClean="0"/>
          </a:p>
        </p:txBody>
      </p:sp>
      <p:sp>
        <p:nvSpPr>
          <p:cNvPr id="6" name="Footer Placeholder 5"/>
          <p:cNvSpPr>
            <a:spLocks noGrp="1"/>
          </p:cNvSpPr>
          <p:nvPr>
            <p:ph type="ftr" sz="quarter" idx="4"/>
          </p:nvPr>
        </p:nvSpPr>
        <p:spPr bwMode="auto">
          <a:xfrm>
            <a:off x="1" y="8847215"/>
            <a:ext cx="2972320" cy="465056"/>
          </a:xfrm>
          <a:prstGeom prst="rect">
            <a:avLst/>
          </a:prstGeom>
          <a:noFill/>
          <a:ln w="9525">
            <a:noFill/>
            <a:miter lim="800000"/>
            <a:headEnd/>
            <a:tailEnd/>
          </a:ln>
        </p:spPr>
        <p:txBody>
          <a:bodyPr vert="horz" wrap="square" lIns="96723" tIns="48362" rIns="96723" bIns="48362" numCol="1" anchor="b" anchorCtr="0" compatLnSpc="1">
            <a:prstTxWarp prst="textNoShape">
              <a:avLst/>
            </a:prstTxWarp>
          </a:bodyPr>
          <a:lstStyle>
            <a:lvl1pPr defTabSz="635000">
              <a:defRPr sz="1200">
                <a:latin typeface="Calibri" pitchFamily="34" charset="0"/>
              </a:defRPr>
            </a:lvl1pPr>
          </a:lstStyle>
          <a:p>
            <a:pPr>
              <a:defRPr/>
            </a:pPr>
            <a:endParaRPr lang="en-GB" dirty="0"/>
          </a:p>
        </p:txBody>
      </p:sp>
      <p:sp>
        <p:nvSpPr>
          <p:cNvPr id="7" name="Slide Number Placeholder 6"/>
          <p:cNvSpPr>
            <a:spLocks noGrp="1"/>
          </p:cNvSpPr>
          <p:nvPr>
            <p:ph type="sldNum" sz="quarter" idx="5"/>
          </p:nvPr>
        </p:nvSpPr>
        <p:spPr bwMode="auto">
          <a:xfrm>
            <a:off x="3885681" y="8847215"/>
            <a:ext cx="2970761" cy="465056"/>
          </a:xfrm>
          <a:prstGeom prst="rect">
            <a:avLst/>
          </a:prstGeom>
          <a:noFill/>
          <a:ln w="9525">
            <a:noFill/>
            <a:miter lim="800000"/>
            <a:headEnd/>
            <a:tailEnd/>
          </a:ln>
        </p:spPr>
        <p:txBody>
          <a:bodyPr vert="horz" wrap="square" lIns="96723" tIns="48362" rIns="96723" bIns="48362" numCol="1" anchor="b" anchorCtr="0" compatLnSpc="1">
            <a:prstTxWarp prst="textNoShape">
              <a:avLst/>
            </a:prstTxWarp>
          </a:bodyPr>
          <a:lstStyle>
            <a:lvl1pPr algn="r" defTabSz="635000">
              <a:defRPr sz="1200">
                <a:latin typeface="Calibri" pitchFamily="34" charset="0"/>
              </a:defRPr>
            </a:lvl1pPr>
          </a:lstStyle>
          <a:p>
            <a:pPr>
              <a:defRPr/>
            </a:pPr>
            <a:fld id="{D837D327-1E25-4EBA-AB4C-93E1F9F7165F}" type="slidenum">
              <a:rPr lang="en-GB"/>
              <a:pPr>
                <a:defRPr/>
              </a:pPr>
              <a:t>‹#›</a:t>
            </a:fld>
            <a:endParaRPr lang="en-GB" dirty="0"/>
          </a:p>
        </p:txBody>
      </p:sp>
    </p:spTree>
    <p:extLst>
      <p:ext uri="{BB962C8B-B14F-4D97-AF65-F5344CB8AC3E}">
        <p14:creationId xmlns:p14="http://schemas.microsoft.com/office/powerpoint/2010/main" val="32684181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742831" indent="-285704" algn="l" rtl="0" eaLnBrk="0" fontAlgn="base" hangingPunct="0">
      <a:spcBef>
        <a:spcPct val="30000"/>
      </a:spcBef>
      <a:spcAft>
        <a:spcPct val="0"/>
      </a:spcAft>
      <a:defRPr sz="1200" kern="1200">
        <a:solidFill>
          <a:schemeClr val="tx1"/>
        </a:solidFill>
        <a:latin typeface="+mn-lt"/>
        <a:ea typeface="+mn-ea"/>
        <a:cs typeface="+mn-cs"/>
      </a:defRPr>
    </a:lvl2pPr>
    <a:lvl3pPr marL="1142817" indent="-228563" algn="l" rtl="0" eaLnBrk="0" fontAlgn="base" hangingPunct="0">
      <a:spcBef>
        <a:spcPct val="30000"/>
      </a:spcBef>
      <a:spcAft>
        <a:spcPct val="0"/>
      </a:spcAft>
      <a:defRPr sz="1200" kern="1200">
        <a:solidFill>
          <a:schemeClr val="tx1"/>
        </a:solidFill>
        <a:latin typeface="+mn-lt"/>
        <a:ea typeface="+mn-ea"/>
        <a:cs typeface="+mn-cs"/>
      </a:defRPr>
    </a:lvl3pPr>
    <a:lvl4pPr marL="1599943" indent="-228563" algn="l" rtl="0" eaLnBrk="0" fontAlgn="base" hangingPunct="0">
      <a:spcBef>
        <a:spcPct val="30000"/>
      </a:spcBef>
      <a:spcAft>
        <a:spcPct val="0"/>
      </a:spcAft>
      <a:defRPr sz="1200" kern="1200">
        <a:solidFill>
          <a:schemeClr val="tx1"/>
        </a:solidFill>
        <a:latin typeface="+mn-lt"/>
        <a:ea typeface="+mn-ea"/>
        <a:cs typeface="+mn-cs"/>
      </a:defRPr>
    </a:lvl4pPr>
    <a:lvl5pPr marL="2057070" indent="-228563" algn="l" rtl="0" eaLnBrk="0" fontAlgn="base" hangingPunct="0">
      <a:spcBef>
        <a:spcPct val="30000"/>
      </a:spcBef>
      <a:spcAft>
        <a:spcPct val="0"/>
      </a:spcAft>
      <a:defRPr sz="1200" kern="1200">
        <a:solidFill>
          <a:schemeClr val="tx1"/>
        </a:solidFill>
        <a:latin typeface="+mn-lt"/>
        <a:ea typeface="+mn-ea"/>
        <a:cs typeface="+mn-cs"/>
      </a:defRPr>
    </a:lvl5pPr>
    <a:lvl6pPr marL="2285633" algn="l" defTabSz="914254" rtl="0" eaLnBrk="1" latinLnBrk="0" hangingPunct="1">
      <a:defRPr sz="1200" kern="1200">
        <a:solidFill>
          <a:schemeClr val="tx1"/>
        </a:solidFill>
        <a:latin typeface="+mn-lt"/>
        <a:ea typeface="+mn-ea"/>
        <a:cs typeface="+mn-cs"/>
      </a:defRPr>
    </a:lvl6pPr>
    <a:lvl7pPr marL="2742760" algn="l" defTabSz="914254" rtl="0" eaLnBrk="1" latinLnBrk="0" hangingPunct="1">
      <a:defRPr sz="1200" kern="1200">
        <a:solidFill>
          <a:schemeClr val="tx1"/>
        </a:solidFill>
        <a:latin typeface="+mn-lt"/>
        <a:ea typeface="+mn-ea"/>
        <a:cs typeface="+mn-cs"/>
      </a:defRPr>
    </a:lvl7pPr>
    <a:lvl8pPr marL="3199887" algn="l" defTabSz="914254" rtl="0" eaLnBrk="1" latinLnBrk="0" hangingPunct="1">
      <a:defRPr sz="1200" kern="1200">
        <a:solidFill>
          <a:schemeClr val="tx1"/>
        </a:solidFill>
        <a:latin typeface="+mn-lt"/>
        <a:ea typeface="+mn-ea"/>
        <a:cs typeface="+mn-cs"/>
      </a:defRPr>
    </a:lvl8pPr>
    <a:lvl9pPr marL="3657014" algn="l" defTabSz="91425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9988" y="698500"/>
            <a:ext cx="4519612" cy="3494088"/>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837D327-1E25-4EBA-AB4C-93E1F9F7165F}" type="slidenum">
              <a:rPr lang="en-GB" smtClean="0"/>
              <a:pPr>
                <a:defRPr/>
              </a:pPr>
              <a:t>3</a:t>
            </a:fld>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9988" y="698500"/>
            <a:ext cx="4519612" cy="3494088"/>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D837D327-1E25-4EBA-AB4C-93E1F9F7165F}" type="slidenum">
              <a:rPr lang="en-GB" smtClean="0"/>
              <a:pPr>
                <a:defRPr/>
              </a:pPr>
              <a:t>4</a:t>
            </a:fld>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9988" y="698500"/>
            <a:ext cx="4519612" cy="3494088"/>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p:txBody>
      </p:sp>
      <p:sp>
        <p:nvSpPr>
          <p:cNvPr id="4" name="Slide Number Placeholder 3"/>
          <p:cNvSpPr>
            <a:spLocks noGrp="1"/>
          </p:cNvSpPr>
          <p:nvPr>
            <p:ph type="sldNum" sz="quarter" idx="10"/>
          </p:nvPr>
        </p:nvSpPr>
        <p:spPr/>
        <p:txBody>
          <a:bodyPr/>
          <a:lstStyle/>
          <a:p>
            <a:pPr>
              <a:defRPr/>
            </a:pPr>
            <a:fld id="{D837D327-1E25-4EBA-AB4C-93E1F9F7165F}" type="slidenum">
              <a:rPr lang="en-GB" smtClean="0"/>
              <a:pPr>
                <a:defRPr/>
              </a:pPr>
              <a:t>5</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9988" y="698500"/>
            <a:ext cx="4519612" cy="3494088"/>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p:txBody>
      </p:sp>
      <p:sp>
        <p:nvSpPr>
          <p:cNvPr id="4" name="Slide Number Placeholder 3"/>
          <p:cNvSpPr>
            <a:spLocks noGrp="1"/>
          </p:cNvSpPr>
          <p:nvPr>
            <p:ph type="sldNum" sz="quarter" idx="10"/>
          </p:nvPr>
        </p:nvSpPr>
        <p:spPr/>
        <p:txBody>
          <a:bodyPr/>
          <a:lstStyle/>
          <a:p>
            <a:pPr>
              <a:defRPr/>
            </a:pPr>
            <a:fld id="{D837D327-1E25-4EBA-AB4C-93E1F9F7165F}" type="slidenum">
              <a:rPr lang="en-GB" smtClean="0"/>
              <a:pPr>
                <a:defRPr/>
              </a:pPr>
              <a:t>6</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bwMode="auto">
          <a:xfrm>
            <a:off x="1168400" y="698500"/>
            <a:ext cx="4521200" cy="3494088"/>
          </a:xfrm>
          <a:noFill/>
          <a:ln>
            <a:solidFill>
              <a:srgbClr val="000000"/>
            </a:solidFill>
            <a:miter lim="800000"/>
            <a:headEnd/>
            <a:tailEnd/>
          </a:ln>
        </p:spPr>
      </p:sp>
      <p:sp>
        <p:nvSpPr>
          <p:cNvPr id="10649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
        <p:nvSpPr>
          <p:cNvPr id="4" name="Slide Number Placeholder 3"/>
          <p:cNvSpPr>
            <a:spLocks noGrp="1"/>
          </p:cNvSpPr>
          <p:nvPr>
            <p:ph type="sldNum" sz="quarter" idx="5"/>
          </p:nvPr>
        </p:nvSpPr>
        <p:spPr/>
        <p:txBody>
          <a:bodyPr/>
          <a:lstStyle/>
          <a:p>
            <a:pPr>
              <a:defRPr/>
            </a:pPr>
            <a:fld id="{42478577-7F8B-4274-A4B8-7256E8DF2B02}" type="slidenum">
              <a:rPr lang="en-GB" smtClean="0">
                <a:solidFill>
                  <a:prstClr val="black"/>
                </a:solidFill>
              </a:rPr>
              <a:pPr>
                <a:defRPr/>
              </a:pPr>
              <a:t>8</a:t>
            </a:fld>
            <a:endParaRPr lang="en-GB" dirty="0">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bwMode="auto">
          <a:xfrm>
            <a:off x="1169988" y="698500"/>
            <a:ext cx="4518025" cy="3492500"/>
          </a:xfrm>
          <a:noFill/>
          <a:ln>
            <a:solidFill>
              <a:srgbClr val="000000"/>
            </a:solidFill>
            <a:miter lim="800000"/>
            <a:headEnd/>
            <a:tailEnd/>
          </a:ln>
        </p:spPr>
      </p:sp>
      <p:sp>
        <p:nvSpPr>
          <p:cNvPr id="105475"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smtClean="0"/>
              <a:t>Mike</a:t>
            </a:r>
          </a:p>
        </p:txBody>
      </p:sp>
      <p:sp>
        <p:nvSpPr>
          <p:cNvPr id="4" name="Slide Number Placeholder 3"/>
          <p:cNvSpPr>
            <a:spLocks noGrp="1"/>
          </p:cNvSpPr>
          <p:nvPr>
            <p:ph type="sldNum" sz="quarter" idx="5"/>
          </p:nvPr>
        </p:nvSpPr>
        <p:spPr/>
        <p:txBody>
          <a:bodyPr/>
          <a:lstStyle/>
          <a:p>
            <a:pPr>
              <a:defRPr/>
            </a:pPr>
            <a:fld id="{CB7AA8D2-BDA9-4993-9B1F-4F2377C36397}" type="slidenum">
              <a:rPr lang="en-US" smtClean="0">
                <a:solidFill>
                  <a:prstClr val="black"/>
                </a:solidFill>
              </a:rPr>
              <a:pPr>
                <a:defRPr/>
              </a:pPr>
              <a:t>9</a:t>
            </a:fld>
            <a:endParaRPr lang="en-US" dirty="0">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9988" y="698500"/>
            <a:ext cx="4519612" cy="3494088"/>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837D327-1E25-4EBA-AB4C-93E1F9F7165F}" type="slidenum">
              <a:rPr lang="en-GB" smtClean="0"/>
              <a:pPr>
                <a:defRPr/>
              </a:pPr>
              <a:t>10</a:t>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9988" y="698500"/>
            <a:ext cx="4519612" cy="3494088"/>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837D327-1E25-4EBA-AB4C-93E1F9F7165F}" type="slidenum">
              <a:rPr lang="en-GB" smtClean="0"/>
              <a:pPr>
                <a:defRPr/>
              </a:pPr>
              <a:t>11</a:t>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9988" y="698500"/>
            <a:ext cx="4519612" cy="3494088"/>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837D327-1E25-4EBA-AB4C-93E1F9F7165F}" type="slidenum">
              <a:rPr lang="en-GB" smtClean="0"/>
              <a:pPr>
                <a:defRPr/>
              </a:pPr>
              <a:t>13</a:t>
            </a:fld>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9988" y="698500"/>
            <a:ext cx="4519612" cy="3494088"/>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837D327-1E25-4EBA-AB4C-93E1F9F7165F}" type="slidenum">
              <a:rPr lang="en-GB" smtClean="0"/>
              <a:pPr>
                <a:defRPr/>
              </a:pPr>
              <a:t>16</a:t>
            </a:fld>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9988" y="698500"/>
            <a:ext cx="4519612" cy="3494088"/>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7AE716E-03DD-4006-861C-3AF024E8EEDF}" type="slidenum">
              <a:rPr lang="en-US" smtClean="0"/>
              <a:pPr>
                <a:defRPr/>
              </a:pPr>
              <a:t>20</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p:cNvSpPr>
            <a:spLocks noGrp="1" noRot="1" noChangeAspect="1" noTextEdit="1"/>
          </p:cNvSpPr>
          <p:nvPr>
            <p:ph type="sldImg"/>
          </p:nvPr>
        </p:nvSpPr>
        <p:spPr bwMode="auto">
          <a:xfrm>
            <a:off x="1169988" y="698500"/>
            <a:ext cx="4519612" cy="3494088"/>
          </a:xfrm>
          <a:noFill/>
          <a:ln>
            <a:solidFill>
              <a:srgbClr val="000000"/>
            </a:solidFill>
            <a:miter lim="800000"/>
            <a:headEnd/>
            <a:tailEnd/>
          </a:ln>
        </p:spPr>
      </p:sp>
      <p:sp>
        <p:nvSpPr>
          <p:cNvPr id="98306" name="Rectangle 3"/>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837D327-1E25-4EBA-AB4C-93E1F9F7165F}" type="slidenum">
              <a:rPr lang="en-GB" smtClean="0"/>
              <a:pPr>
                <a:defRPr/>
              </a:pPr>
              <a:t>22</a:t>
            </a:fld>
            <a:endParaRPr lang="en-GB"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txBox="1">
            <a:spLocks noGrp="1" noChangeArrowheads="1"/>
          </p:cNvSpPr>
          <p:nvPr/>
        </p:nvSpPr>
        <p:spPr bwMode="auto">
          <a:xfrm>
            <a:off x="359951" y="8979213"/>
            <a:ext cx="144270" cy="169595"/>
          </a:xfrm>
          <a:prstGeom prst="rect">
            <a:avLst/>
          </a:prstGeom>
          <a:noFill/>
          <a:ln w="9525">
            <a:noFill/>
            <a:miter lim="800000"/>
            <a:headEnd/>
            <a:tailEnd/>
          </a:ln>
        </p:spPr>
        <p:txBody>
          <a:bodyPr wrap="none" lIns="0" tIns="0" rIns="0" bIns="0" anchor="b">
            <a:spAutoFit/>
          </a:bodyPr>
          <a:lstStyle/>
          <a:p>
            <a:pPr defTabSz="605917"/>
            <a:fld id="{56EE782F-A561-4E2A-B700-B3CF11601C8B}" type="slidenum">
              <a:rPr lang="en-GB" sz="1100">
                <a:latin typeface="Calibri" pitchFamily="34" charset="0"/>
              </a:rPr>
              <a:pPr defTabSz="605917"/>
              <a:t>23</a:t>
            </a:fld>
            <a:endParaRPr lang="en-GB" sz="1100" dirty="0">
              <a:latin typeface="Calibri" pitchFamily="34" charset="0"/>
            </a:endParaRPr>
          </a:p>
        </p:txBody>
      </p:sp>
      <p:sp>
        <p:nvSpPr>
          <p:cNvPr id="66563" name="Rectangle 2"/>
          <p:cNvSpPr>
            <a:spLocks noGrp="1" noRot="1" noChangeAspect="1" noChangeArrowheads="1" noTextEdit="1"/>
          </p:cNvSpPr>
          <p:nvPr>
            <p:ph type="sldImg"/>
          </p:nvPr>
        </p:nvSpPr>
        <p:spPr bwMode="auto">
          <a:xfrm>
            <a:off x="755650" y="369888"/>
            <a:ext cx="5332413" cy="4121150"/>
          </a:xfrm>
          <a:noFill/>
          <a:ln>
            <a:solidFill>
              <a:srgbClr val="000000"/>
            </a:solidFill>
            <a:miter lim="800000"/>
            <a:headEnd/>
            <a:tailEnd/>
          </a:ln>
        </p:spPr>
      </p:sp>
      <p:sp>
        <p:nvSpPr>
          <p:cNvPr id="66564" name="Rectangle 3"/>
          <p:cNvSpPr>
            <a:spLocks noGrp="1" noChangeArrowheads="1"/>
          </p:cNvSpPr>
          <p:nvPr>
            <p:ph type="body" idx="1"/>
          </p:nvPr>
        </p:nvSpPr>
        <p:spPr>
          <a:xfrm>
            <a:off x="359951" y="4584720"/>
            <a:ext cx="6120734" cy="4216291"/>
          </a:xfrm>
        </p:spPr>
        <p:txBody>
          <a:bodyPr/>
          <a:lstStyle/>
          <a:p>
            <a:pPr eaLnBrk="1" hangingPunct="1">
              <a:spcBef>
                <a:spcPct val="0"/>
              </a:spcBef>
            </a:pPr>
            <a:endParaRPr lang="en-US" sz="2700" dirty="0" smtClean="0">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2"/>
        </a:solidFill>
        <a:effectLst/>
      </p:bgPr>
    </p:bg>
    <p:spTree>
      <p:nvGrpSpPr>
        <p:cNvPr id="1" name=""/>
        <p:cNvGrpSpPr/>
        <p:nvPr/>
      </p:nvGrpSpPr>
      <p:grpSpPr>
        <a:xfrm>
          <a:off x="0" y="0"/>
          <a:ext cx="0" cy="0"/>
          <a:chOff x="0" y="0"/>
          <a:chExt cx="0" cy="0"/>
        </a:xfrm>
      </p:grpSpPr>
      <p:sp>
        <p:nvSpPr>
          <p:cNvPr id="3" name="Rectangle 7"/>
          <p:cNvSpPr>
            <a:spLocks noChangeArrowheads="1"/>
          </p:cNvSpPr>
          <p:nvPr userDrawn="1"/>
        </p:nvSpPr>
        <p:spPr bwMode="auto">
          <a:xfrm>
            <a:off x="7038975" y="7429501"/>
            <a:ext cx="2544763" cy="163513"/>
          </a:xfrm>
          <a:prstGeom prst="rect">
            <a:avLst/>
          </a:prstGeom>
          <a:noFill/>
          <a:ln w="25400" algn="ctr">
            <a:noFill/>
            <a:miter lim="800000"/>
            <a:headEnd/>
            <a:tailEnd/>
          </a:ln>
        </p:spPr>
        <p:txBody>
          <a:bodyPr lIns="0" tIns="0" rIns="0" bIns="0"/>
          <a:lstStyle/>
          <a:p>
            <a:pPr algn="r" defTabSz="1019012">
              <a:lnSpc>
                <a:spcPts val="1200"/>
              </a:lnSpc>
              <a:defRPr/>
            </a:pPr>
            <a:r>
              <a:rPr lang="en-US" sz="800" dirty="0">
                <a:solidFill>
                  <a:schemeClr val="bg1"/>
                </a:solidFill>
              </a:rPr>
              <a:t>© </a:t>
            </a:r>
            <a:r>
              <a:rPr lang="en-US" sz="800" dirty="0" smtClean="0">
                <a:solidFill>
                  <a:schemeClr val="bg1"/>
                </a:solidFill>
              </a:rPr>
              <a:t>2012 </a:t>
            </a:r>
            <a:r>
              <a:rPr lang="en-US" sz="800" dirty="0">
                <a:solidFill>
                  <a:schemeClr val="bg1"/>
                </a:solidFill>
              </a:rPr>
              <a:t>Deloitte Touche Tohmatsu</a:t>
            </a:r>
          </a:p>
        </p:txBody>
      </p:sp>
      <p:sp>
        <p:nvSpPr>
          <p:cNvPr id="148482" name="Title Placeholder 1"/>
          <p:cNvSpPr>
            <a:spLocks noGrp="1"/>
          </p:cNvSpPr>
          <p:nvPr>
            <p:ph type="ctrTitle"/>
          </p:nvPr>
        </p:nvSpPr>
        <p:spPr>
          <a:xfrm>
            <a:off x="1257301" y="3027363"/>
            <a:ext cx="6724650" cy="1279525"/>
          </a:xfrm>
        </p:spPr>
        <p:txBody>
          <a:bodyPr/>
          <a:lstStyle>
            <a:lvl1pPr>
              <a:lnSpc>
                <a:spcPts val="5199"/>
              </a:lnSpc>
              <a:defRPr sz="5600" b="0">
                <a:solidFill>
                  <a:schemeClr val="bg2"/>
                </a:solidFill>
                <a:latin typeface="Times New Roman" pitchFamily="18" charset="0"/>
              </a:defRPr>
            </a:lvl1pPr>
          </a:lstStyle>
          <a:p>
            <a:r>
              <a:rPr lang="en-US" smtClean="0"/>
              <a:t>Click to edit Master title style</a:t>
            </a:r>
            <a:endParaRPr lang="en-US"/>
          </a:p>
        </p:txBody>
      </p:sp>
      <p:sp>
        <p:nvSpPr>
          <p:cNvPr id="4" name="Slide Number Placeholder 9"/>
          <p:cNvSpPr>
            <a:spLocks noGrp="1"/>
          </p:cNvSpPr>
          <p:nvPr>
            <p:ph type="sldNum" sz="quarter" idx="10"/>
          </p:nvPr>
        </p:nvSpPr>
        <p:spPr>
          <a:xfrm>
            <a:off x="457201" y="7405688"/>
            <a:ext cx="311150" cy="179387"/>
          </a:xfrm>
        </p:spPr>
        <p:txBody>
          <a:bodyPr/>
          <a:lstStyle>
            <a:lvl1pPr>
              <a:lnSpc>
                <a:spcPts val="1337"/>
              </a:lnSpc>
              <a:defRPr>
                <a:solidFill>
                  <a:schemeClr val="bg2"/>
                </a:solidFill>
              </a:defRPr>
            </a:lvl1pPr>
          </a:lstStyle>
          <a:p>
            <a:pPr>
              <a:defRPr/>
            </a:pPr>
            <a:fld id="{609A20A7-4D11-4055-861C-FA8218D04D21}" type="slidenum">
              <a:rPr lang="en-US"/>
              <a:pPr>
                <a:defRPr/>
              </a:pPr>
              <a:t>‹#›</a:t>
            </a:fld>
            <a:endParaRPr lang="en-US" dirty="0"/>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9"/>
          <p:cNvSpPr>
            <a:spLocks noGrp="1"/>
          </p:cNvSpPr>
          <p:nvPr>
            <p:ph type="sldNum" sz="quarter" idx="10"/>
          </p:nvPr>
        </p:nvSpPr>
        <p:spPr/>
        <p:txBody>
          <a:bodyPr/>
          <a:lstStyle>
            <a:lvl1pPr>
              <a:defRPr/>
            </a:lvl1pPr>
          </a:lstStyle>
          <a:p>
            <a:pPr>
              <a:defRPr/>
            </a:pPr>
            <a:fld id="{22629FF9-057F-4B30-A4FF-7D68EA6A7523}"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5338" y="4995864"/>
            <a:ext cx="8550275" cy="1543050"/>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95338" y="3295651"/>
            <a:ext cx="8550275" cy="1700212"/>
          </a:xfrm>
        </p:spPr>
        <p:txBody>
          <a:bodyPr anchor="b"/>
          <a:lstStyle>
            <a:lvl1pPr marL="0" indent="0">
              <a:buNone/>
              <a:defRPr sz="2000"/>
            </a:lvl1pPr>
            <a:lvl2pPr marL="457127" indent="0">
              <a:buNone/>
              <a:defRPr sz="1800"/>
            </a:lvl2pPr>
            <a:lvl3pPr marL="914254" indent="0">
              <a:buNone/>
              <a:defRPr sz="1600"/>
            </a:lvl3pPr>
            <a:lvl4pPr marL="1371381" indent="0">
              <a:buNone/>
              <a:defRPr sz="1400"/>
            </a:lvl4pPr>
            <a:lvl5pPr marL="1828506" indent="0">
              <a:buNone/>
              <a:defRPr sz="1400"/>
            </a:lvl5pPr>
            <a:lvl6pPr marL="2285633" indent="0">
              <a:buNone/>
              <a:defRPr sz="1400"/>
            </a:lvl6pPr>
            <a:lvl7pPr marL="2742760" indent="0">
              <a:buNone/>
              <a:defRPr sz="1400"/>
            </a:lvl7pPr>
            <a:lvl8pPr marL="3199887" indent="0">
              <a:buNone/>
              <a:defRPr sz="1400"/>
            </a:lvl8pPr>
            <a:lvl9pPr marL="3657014" indent="0">
              <a:buNone/>
              <a:defRPr sz="1400"/>
            </a:lvl9pPr>
          </a:lstStyle>
          <a:p>
            <a:pPr lvl="0"/>
            <a:r>
              <a:rPr lang="en-US" smtClean="0"/>
              <a:t>Click to edit Master text styles</a:t>
            </a:r>
          </a:p>
        </p:txBody>
      </p:sp>
      <p:sp>
        <p:nvSpPr>
          <p:cNvPr id="4" name="Slide Number Placeholder 9"/>
          <p:cNvSpPr>
            <a:spLocks noGrp="1"/>
          </p:cNvSpPr>
          <p:nvPr>
            <p:ph type="sldNum" sz="quarter" idx="10"/>
          </p:nvPr>
        </p:nvSpPr>
        <p:spPr/>
        <p:txBody>
          <a:bodyPr/>
          <a:lstStyle>
            <a:lvl1pPr>
              <a:defRPr/>
            </a:lvl1pPr>
          </a:lstStyle>
          <a:p>
            <a:pPr>
              <a:defRPr/>
            </a:pPr>
            <a:fld id="{49FF385F-7970-401E-851A-17B138A6254E}"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46089" y="1301751"/>
            <a:ext cx="4556125" cy="5916612"/>
          </a:xfrm>
        </p:spPr>
        <p:txBody>
          <a:bodyPr/>
          <a:lstStyle>
            <a:lvl1pPr>
              <a:defRPr sz="2800"/>
            </a:lvl1pPr>
            <a:lvl2pPr>
              <a:defRPr sz="25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54613" y="1301751"/>
            <a:ext cx="4557713" cy="5916612"/>
          </a:xfrm>
        </p:spPr>
        <p:txBody>
          <a:bodyPr/>
          <a:lstStyle>
            <a:lvl1pPr>
              <a:defRPr sz="2800"/>
            </a:lvl1pPr>
            <a:lvl2pPr>
              <a:defRPr sz="25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9"/>
          <p:cNvSpPr>
            <a:spLocks noGrp="1"/>
          </p:cNvSpPr>
          <p:nvPr>
            <p:ph type="sldNum" sz="quarter" idx="10"/>
          </p:nvPr>
        </p:nvSpPr>
        <p:spPr/>
        <p:txBody>
          <a:bodyPr/>
          <a:lstStyle>
            <a:lvl1pPr>
              <a:defRPr/>
            </a:lvl1pPr>
          </a:lstStyle>
          <a:p>
            <a:pPr>
              <a:defRPr/>
            </a:pPr>
            <a:fld id="{7C66125F-F127-44D7-B51F-E9DD2F6F028D}"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3238" y="311150"/>
            <a:ext cx="9053512" cy="1295401"/>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03239" y="1739900"/>
            <a:ext cx="4445000" cy="725488"/>
          </a:xfrm>
        </p:spPr>
        <p:txBody>
          <a:bodyPr anchor="b"/>
          <a:lstStyle>
            <a:lvl1pPr marL="0" indent="0">
              <a:buNone/>
              <a:defRPr sz="2500" b="1"/>
            </a:lvl1pPr>
            <a:lvl2pPr marL="457127" indent="0">
              <a:buNone/>
              <a:defRPr sz="2000" b="1"/>
            </a:lvl2pPr>
            <a:lvl3pPr marL="914254" indent="0">
              <a:buNone/>
              <a:defRPr sz="1800" b="1"/>
            </a:lvl3pPr>
            <a:lvl4pPr marL="1371381" indent="0">
              <a:buNone/>
              <a:defRPr sz="1600" b="1"/>
            </a:lvl4pPr>
            <a:lvl5pPr marL="1828506" indent="0">
              <a:buNone/>
              <a:defRPr sz="1600" b="1"/>
            </a:lvl5pPr>
            <a:lvl6pPr marL="2285633" indent="0">
              <a:buNone/>
              <a:defRPr sz="1600" b="1"/>
            </a:lvl6pPr>
            <a:lvl7pPr marL="2742760" indent="0">
              <a:buNone/>
              <a:defRPr sz="1600" b="1"/>
            </a:lvl7pPr>
            <a:lvl8pPr marL="3199887" indent="0">
              <a:buNone/>
              <a:defRPr sz="1600" b="1"/>
            </a:lvl8pPr>
            <a:lvl9pPr marL="365701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03239" y="2465389"/>
            <a:ext cx="4445000" cy="4478337"/>
          </a:xfrm>
        </p:spPr>
        <p:txBody>
          <a:bodyPr/>
          <a:lstStyle>
            <a:lvl1pPr>
              <a:defRPr sz="25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110164" y="1739900"/>
            <a:ext cx="4446587" cy="725488"/>
          </a:xfrm>
        </p:spPr>
        <p:txBody>
          <a:bodyPr anchor="b"/>
          <a:lstStyle>
            <a:lvl1pPr marL="0" indent="0">
              <a:buNone/>
              <a:defRPr sz="2500" b="1"/>
            </a:lvl1pPr>
            <a:lvl2pPr marL="457127" indent="0">
              <a:buNone/>
              <a:defRPr sz="2000" b="1"/>
            </a:lvl2pPr>
            <a:lvl3pPr marL="914254" indent="0">
              <a:buNone/>
              <a:defRPr sz="1800" b="1"/>
            </a:lvl3pPr>
            <a:lvl4pPr marL="1371381" indent="0">
              <a:buNone/>
              <a:defRPr sz="1600" b="1"/>
            </a:lvl4pPr>
            <a:lvl5pPr marL="1828506" indent="0">
              <a:buNone/>
              <a:defRPr sz="1600" b="1"/>
            </a:lvl5pPr>
            <a:lvl6pPr marL="2285633" indent="0">
              <a:buNone/>
              <a:defRPr sz="1600" b="1"/>
            </a:lvl6pPr>
            <a:lvl7pPr marL="2742760" indent="0">
              <a:buNone/>
              <a:defRPr sz="1600" b="1"/>
            </a:lvl7pPr>
            <a:lvl8pPr marL="3199887" indent="0">
              <a:buNone/>
              <a:defRPr sz="1600" b="1"/>
            </a:lvl8pPr>
            <a:lvl9pPr marL="365701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110164" y="2465389"/>
            <a:ext cx="4446587" cy="4478337"/>
          </a:xfrm>
        </p:spPr>
        <p:txBody>
          <a:bodyPr/>
          <a:lstStyle>
            <a:lvl1pPr>
              <a:defRPr sz="25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9"/>
          <p:cNvSpPr>
            <a:spLocks noGrp="1"/>
          </p:cNvSpPr>
          <p:nvPr>
            <p:ph type="sldNum" sz="quarter" idx="10"/>
          </p:nvPr>
        </p:nvSpPr>
        <p:spPr/>
        <p:txBody>
          <a:bodyPr/>
          <a:lstStyle>
            <a:lvl1pPr>
              <a:defRPr/>
            </a:lvl1pPr>
          </a:lstStyle>
          <a:p>
            <a:pPr>
              <a:defRPr/>
            </a:pPr>
            <a:fld id="{4877E854-3647-49CC-827E-5E516450085F}"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9"/>
          <p:cNvSpPr>
            <a:spLocks noGrp="1"/>
          </p:cNvSpPr>
          <p:nvPr>
            <p:ph type="sldNum" sz="quarter" idx="10"/>
          </p:nvPr>
        </p:nvSpPr>
        <p:spPr/>
        <p:txBody>
          <a:bodyPr/>
          <a:lstStyle>
            <a:lvl1pPr>
              <a:defRPr/>
            </a:lvl1pPr>
          </a:lstStyle>
          <a:p>
            <a:pPr>
              <a:defRPr/>
            </a:pPr>
            <a:fld id="{D5D4BF76-14FD-4E5F-B9BA-2F9ABB8DA011}"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9"/>
          <p:cNvSpPr>
            <a:spLocks noGrp="1"/>
          </p:cNvSpPr>
          <p:nvPr>
            <p:ph type="sldNum" sz="quarter" idx="10"/>
          </p:nvPr>
        </p:nvSpPr>
        <p:spPr/>
        <p:txBody>
          <a:bodyPr/>
          <a:lstStyle>
            <a:lvl1pPr>
              <a:defRPr/>
            </a:lvl1pPr>
          </a:lstStyle>
          <a:p>
            <a:pPr>
              <a:defRPr/>
            </a:pPr>
            <a:fld id="{09ED6696-C97F-4F35-B66C-C0373C39177F}"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239" y="309564"/>
            <a:ext cx="3309937" cy="1317625"/>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933827" y="309564"/>
            <a:ext cx="5622925" cy="6634162"/>
          </a:xfrm>
        </p:spPr>
        <p:txBody>
          <a:bodyPr/>
          <a:lstStyle>
            <a:lvl1pPr>
              <a:defRPr sz="3200"/>
            </a:lvl1pPr>
            <a:lvl2pPr>
              <a:defRPr sz="2800"/>
            </a:lvl2pPr>
            <a:lvl3pPr>
              <a:defRPr sz="25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03239" y="1627188"/>
            <a:ext cx="3309937" cy="5316537"/>
          </a:xfrm>
        </p:spPr>
        <p:txBody>
          <a:bodyPr/>
          <a:lstStyle>
            <a:lvl1pPr marL="0" indent="0">
              <a:buNone/>
              <a:defRPr sz="1400"/>
            </a:lvl1pPr>
            <a:lvl2pPr marL="457127" indent="0">
              <a:buNone/>
              <a:defRPr sz="1200"/>
            </a:lvl2pPr>
            <a:lvl3pPr marL="914254" indent="0">
              <a:buNone/>
              <a:defRPr sz="1000"/>
            </a:lvl3pPr>
            <a:lvl4pPr marL="1371381" indent="0">
              <a:buNone/>
              <a:defRPr sz="900"/>
            </a:lvl4pPr>
            <a:lvl5pPr marL="1828506" indent="0">
              <a:buNone/>
              <a:defRPr sz="900"/>
            </a:lvl5pPr>
            <a:lvl6pPr marL="2285633" indent="0">
              <a:buNone/>
              <a:defRPr sz="900"/>
            </a:lvl6pPr>
            <a:lvl7pPr marL="2742760" indent="0">
              <a:buNone/>
              <a:defRPr sz="900"/>
            </a:lvl7pPr>
            <a:lvl8pPr marL="3199887" indent="0">
              <a:buNone/>
              <a:defRPr sz="900"/>
            </a:lvl8pPr>
            <a:lvl9pPr marL="3657014" indent="0">
              <a:buNone/>
              <a:defRPr sz="900"/>
            </a:lvl9pPr>
          </a:lstStyle>
          <a:p>
            <a:pPr lvl="0"/>
            <a:r>
              <a:rPr lang="en-US" smtClean="0"/>
              <a:t>Click to edit Master text styles</a:t>
            </a:r>
          </a:p>
        </p:txBody>
      </p:sp>
      <p:sp>
        <p:nvSpPr>
          <p:cNvPr id="5" name="Slide Number Placeholder 9"/>
          <p:cNvSpPr>
            <a:spLocks noGrp="1"/>
          </p:cNvSpPr>
          <p:nvPr>
            <p:ph type="sldNum" sz="quarter" idx="10"/>
          </p:nvPr>
        </p:nvSpPr>
        <p:spPr/>
        <p:txBody>
          <a:bodyPr/>
          <a:lstStyle>
            <a:lvl1pPr>
              <a:defRPr/>
            </a:lvl1pPr>
          </a:lstStyle>
          <a:p>
            <a:pPr>
              <a:defRPr/>
            </a:pPr>
            <a:fld id="{06473AFB-A2B2-4A89-AE91-BEEE9792EC11}"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1676" y="5441950"/>
            <a:ext cx="6035675" cy="6429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71676" y="695326"/>
            <a:ext cx="6035675" cy="4664075"/>
          </a:xfrm>
        </p:spPr>
        <p:txBody>
          <a:bodyPr/>
          <a:lstStyle>
            <a:lvl1pPr marL="0" indent="0">
              <a:buNone/>
              <a:defRPr sz="3200"/>
            </a:lvl1pPr>
            <a:lvl2pPr marL="457127" indent="0">
              <a:buNone/>
              <a:defRPr sz="2800"/>
            </a:lvl2pPr>
            <a:lvl3pPr marL="914254" indent="0">
              <a:buNone/>
              <a:defRPr sz="2500"/>
            </a:lvl3pPr>
            <a:lvl4pPr marL="1371381" indent="0">
              <a:buNone/>
              <a:defRPr sz="2000"/>
            </a:lvl4pPr>
            <a:lvl5pPr marL="1828506" indent="0">
              <a:buNone/>
              <a:defRPr sz="2000"/>
            </a:lvl5pPr>
            <a:lvl6pPr marL="2285633" indent="0">
              <a:buNone/>
              <a:defRPr sz="2000"/>
            </a:lvl6pPr>
            <a:lvl7pPr marL="2742760" indent="0">
              <a:buNone/>
              <a:defRPr sz="2000"/>
            </a:lvl7pPr>
            <a:lvl8pPr marL="3199887" indent="0">
              <a:buNone/>
              <a:defRPr sz="2000"/>
            </a:lvl8pPr>
            <a:lvl9pPr marL="3657014"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971676" y="6084888"/>
            <a:ext cx="6035675" cy="911225"/>
          </a:xfrm>
        </p:spPr>
        <p:txBody>
          <a:bodyPr/>
          <a:lstStyle>
            <a:lvl1pPr marL="0" indent="0">
              <a:buNone/>
              <a:defRPr sz="1400"/>
            </a:lvl1pPr>
            <a:lvl2pPr marL="457127" indent="0">
              <a:buNone/>
              <a:defRPr sz="1200"/>
            </a:lvl2pPr>
            <a:lvl3pPr marL="914254" indent="0">
              <a:buNone/>
              <a:defRPr sz="1000"/>
            </a:lvl3pPr>
            <a:lvl4pPr marL="1371381" indent="0">
              <a:buNone/>
              <a:defRPr sz="900"/>
            </a:lvl4pPr>
            <a:lvl5pPr marL="1828506" indent="0">
              <a:buNone/>
              <a:defRPr sz="900"/>
            </a:lvl5pPr>
            <a:lvl6pPr marL="2285633" indent="0">
              <a:buNone/>
              <a:defRPr sz="900"/>
            </a:lvl6pPr>
            <a:lvl7pPr marL="2742760" indent="0">
              <a:buNone/>
              <a:defRPr sz="900"/>
            </a:lvl7pPr>
            <a:lvl8pPr marL="3199887" indent="0">
              <a:buNone/>
              <a:defRPr sz="900"/>
            </a:lvl8pPr>
            <a:lvl9pPr marL="3657014" indent="0">
              <a:buNone/>
              <a:defRPr sz="900"/>
            </a:lvl9pPr>
          </a:lstStyle>
          <a:p>
            <a:pPr lvl="0"/>
            <a:r>
              <a:rPr lang="en-US" smtClean="0"/>
              <a:t>Click to edit Master text styles</a:t>
            </a:r>
          </a:p>
        </p:txBody>
      </p:sp>
      <p:sp>
        <p:nvSpPr>
          <p:cNvPr id="5" name="Slide Number Placeholder 9"/>
          <p:cNvSpPr>
            <a:spLocks noGrp="1"/>
          </p:cNvSpPr>
          <p:nvPr>
            <p:ph type="sldNum" sz="quarter" idx="10"/>
          </p:nvPr>
        </p:nvSpPr>
        <p:spPr/>
        <p:txBody>
          <a:bodyPr/>
          <a:lstStyle>
            <a:lvl1pPr>
              <a:defRPr/>
            </a:lvl1pPr>
          </a:lstStyle>
          <a:p>
            <a:pPr>
              <a:defRPr/>
            </a:pPr>
            <a:fld id="{97B9D2E5-9188-4EB4-9E49-1738E5D5722F}"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9"/>
          <p:cNvSpPr>
            <a:spLocks noGrp="1"/>
          </p:cNvSpPr>
          <p:nvPr>
            <p:ph type="sldNum" sz="quarter" idx="10"/>
          </p:nvPr>
        </p:nvSpPr>
        <p:spPr/>
        <p:txBody>
          <a:bodyPr/>
          <a:lstStyle>
            <a:lvl1pPr>
              <a:defRPr/>
            </a:lvl1pPr>
          </a:lstStyle>
          <a:p>
            <a:pPr>
              <a:defRPr/>
            </a:pPr>
            <a:fld id="{1B512534-D824-472E-BD18-0B0773269E79}"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99338" y="396875"/>
            <a:ext cx="2316162" cy="682148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46089" y="396875"/>
            <a:ext cx="6800850" cy="682148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9"/>
          <p:cNvSpPr>
            <a:spLocks noGrp="1"/>
          </p:cNvSpPr>
          <p:nvPr>
            <p:ph type="sldNum" sz="quarter" idx="10"/>
          </p:nvPr>
        </p:nvSpPr>
        <p:spPr/>
        <p:txBody>
          <a:bodyPr/>
          <a:lstStyle>
            <a:lvl1pPr>
              <a:defRPr/>
            </a:lvl1pPr>
          </a:lstStyle>
          <a:p>
            <a:pPr>
              <a:defRPr/>
            </a:pPr>
            <a:fld id="{4641F852-0CD2-4B03-A18B-C4B6A8D405C5}"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4" name="Picture 5" descr="DEL_PRI_RGB"/>
          <p:cNvPicPr>
            <a:picLocks noChangeArrowheads="1"/>
          </p:cNvPicPr>
          <p:nvPr/>
        </p:nvPicPr>
        <p:blipFill>
          <a:blip r:embed="rId2" cstate="print"/>
          <a:srcRect l="7785" t="27351" r="9871" b="25598"/>
          <a:stretch>
            <a:fillRect/>
          </a:stretch>
        </p:blipFill>
        <p:spPr bwMode="auto">
          <a:xfrm>
            <a:off x="315914" y="287339"/>
            <a:ext cx="2346325" cy="533400"/>
          </a:xfrm>
          <a:prstGeom prst="rect">
            <a:avLst/>
          </a:prstGeom>
          <a:noFill/>
          <a:ln w="9525">
            <a:noFill/>
            <a:miter lim="800000"/>
            <a:headEnd/>
            <a:tailEnd/>
          </a:ln>
        </p:spPr>
      </p:pic>
      <p:sp>
        <p:nvSpPr>
          <p:cNvPr id="120835" name="Title Placeholder 1"/>
          <p:cNvSpPr>
            <a:spLocks noGrp="1"/>
          </p:cNvSpPr>
          <p:nvPr>
            <p:ph type="ctrTitle"/>
          </p:nvPr>
        </p:nvSpPr>
        <p:spPr>
          <a:xfrm>
            <a:off x="1257301" y="3271839"/>
            <a:ext cx="4397375" cy="1335087"/>
          </a:xfrm>
        </p:spPr>
        <p:txBody>
          <a:bodyPr/>
          <a:lstStyle>
            <a:lvl1pPr>
              <a:lnSpc>
                <a:spcPts val="3600"/>
              </a:lnSpc>
              <a:defRPr sz="3900" b="0" smtClean="0">
                <a:latin typeface="Times New Roman" pitchFamily="18" charset="0"/>
              </a:defRPr>
            </a:lvl1pPr>
          </a:lstStyle>
          <a:p>
            <a:r>
              <a:rPr lang="en-US" smtClean="0"/>
              <a:t>Click to edit </a:t>
            </a:r>
            <a:br>
              <a:rPr lang="en-US" smtClean="0"/>
            </a:br>
            <a:r>
              <a:rPr lang="en-US" smtClean="0"/>
              <a:t>Master title style</a:t>
            </a:r>
          </a:p>
        </p:txBody>
      </p:sp>
      <p:sp>
        <p:nvSpPr>
          <p:cNvPr id="120836" name="Text Placeholder 2"/>
          <p:cNvSpPr>
            <a:spLocks noGrp="1"/>
          </p:cNvSpPr>
          <p:nvPr>
            <p:ph type="subTitle" idx="1"/>
          </p:nvPr>
        </p:nvSpPr>
        <p:spPr>
          <a:xfrm>
            <a:off x="447675" y="6834190"/>
            <a:ext cx="5214938" cy="344487"/>
          </a:xfrm>
        </p:spPr>
        <p:txBody>
          <a:bodyPr/>
          <a:lstStyle>
            <a:lvl1pPr marL="0" indent="0">
              <a:lnSpc>
                <a:spcPts val="2224"/>
              </a:lnSpc>
              <a:defRPr sz="1800" b="1" smtClean="0"/>
            </a:lvl1pPr>
          </a:lstStyle>
          <a:p>
            <a:r>
              <a:rPr smtClean="0"/>
              <a:t>Click to edit Master subtitle style</a:t>
            </a:r>
          </a:p>
        </p:txBody>
      </p:sp>
      <p:sp>
        <p:nvSpPr>
          <p:cNvPr id="5" name="Slide Number Placeholder 9"/>
          <p:cNvSpPr>
            <a:spLocks noGrp="1"/>
          </p:cNvSpPr>
          <p:nvPr>
            <p:ph type="sldNum" sz="quarter" idx="10"/>
          </p:nvPr>
        </p:nvSpPr>
        <p:spPr>
          <a:xfrm>
            <a:off x="457201" y="7427913"/>
            <a:ext cx="311150" cy="163512"/>
          </a:xfrm>
        </p:spPr>
        <p:txBody>
          <a:bodyPr/>
          <a:lstStyle>
            <a:lvl1pPr>
              <a:lnSpc>
                <a:spcPts val="1337"/>
              </a:lnSpc>
              <a:defRPr/>
            </a:lvl1pPr>
          </a:lstStyle>
          <a:p>
            <a:pPr>
              <a:defRPr/>
            </a:pPr>
            <a:fld id="{4E8DD58D-78CC-47E0-AAAD-5701B397A9B8}" type="slidenum">
              <a:rPr lang="en-US"/>
              <a:pPr>
                <a:defRPr/>
              </a:pPr>
              <a:t>‹#›</a:t>
            </a:fld>
            <a:endParaRPr lang="en-US" dirty="0"/>
          </a:p>
        </p:txBody>
      </p:sp>
    </p:spTree>
  </p:cSld>
  <p:clrMapOvr>
    <a:masterClrMapping/>
  </p:clrMapOvr>
  <p:transition/>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0001" y="360000"/>
            <a:ext cx="9126000" cy="630000"/>
          </a:xfrm>
        </p:spPr>
        <p:txBody>
          <a:bodyPr/>
          <a:lstStyle/>
          <a:p>
            <a:r>
              <a:rPr lang="en-US" smtClean="0"/>
              <a:t>Click to edit Master title style</a:t>
            </a:r>
            <a:endParaRPr lang="en-GB" dirty="0"/>
          </a:p>
        </p:txBody>
      </p:sp>
      <p:sp>
        <p:nvSpPr>
          <p:cNvPr id="3" name="Content Placeholder 2"/>
          <p:cNvSpPr>
            <a:spLocks noGrp="1"/>
          </p:cNvSpPr>
          <p:nvPr>
            <p:ph sz="half" idx="1"/>
          </p:nvPr>
        </p:nvSpPr>
        <p:spPr>
          <a:xfrm>
            <a:off x="390001" y="1170000"/>
            <a:ext cx="4485000" cy="5220001"/>
          </a:xfrm>
        </p:spPr>
        <p:txBody>
          <a:bodyPr rtlCol="0">
            <a:noAutofit/>
          </a:bodyPr>
          <a:lstStyle>
            <a:lvl1pPr algn="l" defTabSz="914254" rtl="0" eaLnBrk="1" latinLnBrk="0" hangingPunct="1">
              <a:spcBef>
                <a:spcPts val="0"/>
              </a:spcBef>
              <a:spcAft>
                <a:spcPts val="300"/>
              </a:spcAft>
              <a:buFont typeface="Arial" pitchFamily="34" charset="0"/>
              <a:defRPr lang="en-US" sz="1100" kern="1200" dirty="0" smtClean="0">
                <a:solidFill>
                  <a:schemeClr val="tx1"/>
                </a:solidFill>
                <a:latin typeface="+mn-lt"/>
                <a:ea typeface="+mj-ea"/>
                <a:cs typeface="+mj-cs"/>
              </a:defRPr>
            </a:lvl1pPr>
            <a:lvl2pPr algn="l" defTabSz="914254" rtl="0" eaLnBrk="1" latinLnBrk="0" hangingPunct="1">
              <a:spcBef>
                <a:spcPts val="0"/>
              </a:spcBef>
              <a:spcAft>
                <a:spcPts val="300"/>
              </a:spcAft>
              <a:buFont typeface="Arial" pitchFamily="34" charset="0"/>
              <a:defRPr lang="en-US" sz="1100" kern="1200" dirty="0" smtClean="0">
                <a:solidFill>
                  <a:schemeClr val="tx1"/>
                </a:solidFill>
                <a:latin typeface="+mn-lt"/>
                <a:ea typeface="+mj-ea"/>
                <a:cs typeface="+mj-cs"/>
              </a:defRPr>
            </a:lvl2pPr>
            <a:lvl3pPr algn="l" defTabSz="914254" rtl="0" eaLnBrk="1" latinLnBrk="0" hangingPunct="1">
              <a:spcBef>
                <a:spcPts val="0"/>
              </a:spcBef>
              <a:spcAft>
                <a:spcPts val="300"/>
              </a:spcAft>
              <a:buFont typeface="Arial" pitchFamily="34" charset="0"/>
              <a:defRPr lang="en-US" sz="1100" kern="1200" dirty="0" smtClean="0">
                <a:solidFill>
                  <a:schemeClr val="tx1"/>
                </a:solidFill>
                <a:latin typeface="+mn-lt"/>
                <a:ea typeface="+mj-ea"/>
                <a:cs typeface="+mj-cs"/>
              </a:defRPr>
            </a:lvl3pPr>
            <a:lvl4pPr algn="l" defTabSz="914254" rtl="0" eaLnBrk="1" latinLnBrk="0" hangingPunct="1">
              <a:spcBef>
                <a:spcPts val="0"/>
              </a:spcBef>
              <a:spcAft>
                <a:spcPts val="300"/>
              </a:spcAft>
              <a:buFont typeface="Arial" pitchFamily="34" charset="0"/>
              <a:defRPr lang="en-US" sz="1000" kern="1200" dirty="0" smtClean="0">
                <a:solidFill>
                  <a:schemeClr val="tx1"/>
                </a:solidFill>
                <a:latin typeface="+mn-lt"/>
                <a:ea typeface="+mj-ea"/>
                <a:cs typeface="+mj-cs"/>
              </a:defRPr>
            </a:lvl4pPr>
            <a:lvl5pPr algn="l" defTabSz="914254" rtl="0" eaLnBrk="1" latinLnBrk="0" hangingPunct="1">
              <a:spcBef>
                <a:spcPts val="0"/>
              </a:spcBef>
              <a:spcAft>
                <a:spcPts val="300"/>
              </a:spcAft>
              <a:buFont typeface="Arial" pitchFamily="34" charset="0"/>
              <a:defRPr lang="en-GB" sz="1000" kern="1200" dirty="0" smtClean="0">
                <a:solidFill>
                  <a:schemeClr val="tx1"/>
                </a:solidFill>
                <a:latin typeface="+mn-lt"/>
                <a:ea typeface="+mj-ea"/>
                <a:cs typeface="+mj-cs"/>
              </a:defRPr>
            </a:lvl5pPr>
            <a:lvl6pPr>
              <a:defRPr sz="16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Content Placeholder 3"/>
          <p:cNvSpPr>
            <a:spLocks noGrp="1"/>
          </p:cNvSpPr>
          <p:nvPr>
            <p:ph sz="half" idx="2"/>
          </p:nvPr>
        </p:nvSpPr>
        <p:spPr>
          <a:xfrm>
            <a:off x="5031000" y="1170000"/>
            <a:ext cx="4485000" cy="5220001"/>
          </a:xfrm>
        </p:spPr>
        <p:txBody>
          <a:bodyPr rtlCol="0">
            <a:noAutofit/>
          </a:bodyPr>
          <a:lstStyle>
            <a:lvl1pPr algn="l" defTabSz="914254" rtl="0" eaLnBrk="1" latinLnBrk="0" hangingPunct="1">
              <a:spcBef>
                <a:spcPts val="0"/>
              </a:spcBef>
              <a:spcAft>
                <a:spcPts val="300"/>
              </a:spcAft>
              <a:buFont typeface="Arial" pitchFamily="34" charset="0"/>
              <a:defRPr lang="en-US" sz="1100" kern="1200" smtClean="0">
                <a:solidFill>
                  <a:schemeClr val="tx1"/>
                </a:solidFill>
                <a:latin typeface="+mn-lt"/>
                <a:ea typeface="+mj-ea"/>
                <a:cs typeface="+mj-cs"/>
              </a:defRPr>
            </a:lvl1pPr>
            <a:lvl2pPr algn="l" defTabSz="914254" rtl="0" eaLnBrk="1" latinLnBrk="0" hangingPunct="1">
              <a:spcBef>
                <a:spcPts val="0"/>
              </a:spcBef>
              <a:spcAft>
                <a:spcPts val="300"/>
              </a:spcAft>
              <a:buFont typeface="Arial" pitchFamily="34" charset="0"/>
              <a:defRPr lang="en-US" sz="1100" kern="1200" smtClean="0">
                <a:solidFill>
                  <a:schemeClr val="tx1"/>
                </a:solidFill>
                <a:latin typeface="+mn-lt"/>
                <a:ea typeface="+mj-ea"/>
                <a:cs typeface="+mj-cs"/>
              </a:defRPr>
            </a:lvl2pPr>
            <a:lvl3pPr algn="l" defTabSz="914254" rtl="0" eaLnBrk="1" latinLnBrk="0" hangingPunct="1">
              <a:spcBef>
                <a:spcPts val="0"/>
              </a:spcBef>
              <a:spcAft>
                <a:spcPts val="300"/>
              </a:spcAft>
              <a:buFont typeface="Arial" pitchFamily="34" charset="0"/>
              <a:defRPr lang="en-US" sz="1100" kern="1200" smtClean="0">
                <a:solidFill>
                  <a:schemeClr val="tx1"/>
                </a:solidFill>
                <a:latin typeface="+mn-lt"/>
                <a:ea typeface="+mj-ea"/>
                <a:cs typeface="+mj-cs"/>
              </a:defRPr>
            </a:lvl3pPr>
            <a:lvl4pPr algn="l" defTabSz="914254" rtl="0" eaLnBrk="1" latinLnBrk="0" hangingPunct="1">
              <a:spcBef>
                <a:spcPts val="0"/>
              </a:spcBef>
              <a:spcAft>
                <a:spcPts val="300"/>
              </a:spcAft>
              <a:buFont typeface="Arial" pitchFamily="34" charset="0"/>
              <a:defRPr lang="en-US" sz="1000" kern="1200" smtClean="0">
                <a:solidFill>
                  <a:schemeClr val="tx1"/>
                </a:solidFill>
                <a:latin typeface="+mn-lt"/>
                <a:ea typeface="+mj-ea"/>
                <a:cs typeface="+mj-cs"/>
              </a:defRPr>
            </a:lvl4pPr>
            <a:lvl5pPr algn="l" defTabSz="914254" rtl="0" eaLnBrk="1" latinLnBrk="0" hangingPunct="1">
              <a:spcBef>
                <a:spcPts val="0"/>
              </a:spcBef>
              <a:spcAft>
                <a:spcPts val="300"/>
              </a:spcAft>
              <a:buFont typeface="Arial" pitchFamily="34" charset="0"/>
              <a:defRPr lang="en-GB" sz="1000" kern="1200" dirty="0" smtClean="0">
                <a:solidFill>
                  <a:schemeClr val="tx1"/>
                </a:solidFill>
                <a:latin typeface="+mn-lt"/>
                <a:ea typeface="+mj-ea"/>
                <a:cs typeface="+mj-cs"/>
              </a:defRPr>
            </a:lvl5pPr>
            <a:lvl6pPr>
              <a:defRPr sz="16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6" name="Slide Number Placeholder 9"/>
          <p:cNvSpPr>
            <a:spLocks noGrp="1"/>
          </p:cNvSpPr>
          <p:nvPr>
            <p:ph type="sldNum" sz="quarter" idx="10"/>
          </p:nvPr>
        </p:nvSpPr>
        <p:spPr/>
        <p:txBody>
          <a:bodyPr/>
          <a:lstStyle>
            <a:lvl1pPr>
              <a:defRPr/>
            </a:lvl1pPr>
          </a:lstStyle>
          <a:p>
            <a:pPr>
              <a:defRPr/>
            </a:pPr>
            <a:fld id="{E7F8F02A-A47B-4811-9890-B5988FAA4055}" type="slidenum">
              <a:rPr lang="en-US"/>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9"/>
          <p:cNvSpPr>
            <a:spLocks noGrp="1"/>
          </p:cNvSpPr>
          <p:nvPr>
            <p:ph type="sldNum" sz="quarter" idx="10"/>
          </p:nvPr>
        </p:nvSpPr>
        <p:spPr/>
        <p:txBody>
          <a:bodyPr/>
          <a:lstStyle>
            <a:lvl1pPr>
              <a:defRPr/>
            </a:lvl1pPr>
          </a:lstStyle>
          <a:p>
            <a:pPr>
              <a:defRPr/>
            </a:pPr>
            <a:fld id="{863C8AC7-35EE-44A0-8C66-9A28071D1584}" type="slidenum">
              <a:rPr lang="en-US"/>
              <a:pPr>
                <a:defRPr/>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asic Text">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447112" y="1310061"/>
            <a:ext cx="9174709" cy="5825308"/>
          </a:xfrm>
        </p:spPr>
        <p:txBody>
          <a:bodyPr/>
          <a:lstStyle>
            <a:lvl1pPr>
              <a:buNone/>
              <a:defRPr/>
            </a:lvl1pPr>
            <a:lvl3pPr>
              <a:defRPr sz="1800"/>
            </a:lvl3pPr>
            <a:lvl4pPr>
              <a:defRPr sz="1800"/>
            </a:lvl4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0"/>
            <a:endParaRPr lang="en-US" dirty="0" smtClean="0"/>
          </a:p>
        </p:txBody>
      </p:sp>
      <p:sp>
        <p:nvSpPr>
          <p:cNvPr id="2" name="Title 1"/>
          <p:cNvSpPr>
            <a:spLocks noGrp="1"/>
          </p:cNvSpPr>
          <p:nvPr>
            <p:ph type="title"/>
          </p:nvPr>
        </p:nvSpPr>
        <p:spPr/>
        <p:txBody>
          <a:bodyPr/>
          <a:lstStyle>
            <a:lvl1pPr>
              <a:defRPr sz="2700"/>
            </a:lvl1pPr>
          </a:lstStyle>
          <a:p>
            <a:r>
              <a:rPr lang="en-US" dirty="0" smtClean="0"/>
              <a:t>Click to edit Master title style</a:t>
            </a:r>
            <a:endParaRPr lang="en-US" dirty="0"/>
          </a:p>
        </p:txBody>
      </p:sp>
      <p:sp>
        <p:nvSpPr>
          <p:cNvPr id="4" name="Slide Number Placeholder 9"/>
          <p:cNvSpPr>
            <a:spLocks noGrp="1"/>
          </p:cNvSpPr>
          <p:nvPr>
            <p:ph type="sldNum" sz="quarter" idx="4"/>
          </p:nvPr>
        </p:nvSpPr>
        <p:spPr>
          <a:xfrm>
            <a:off x="457201" y="7429501"/>
            <a:ext cx="311150" cy="163513"/>
          </a:xfrm>
          <a:prstGeom prst="rect">
            <a:avLst/>
          </a:prstGeom>
        </p:spPr>
        <p:txBody>
          <a:bodyPr vert="horz" wrap="square" lIns="0" tIns="0" rIns="0" bIns="0" numCol="1" anchor="t" anchorCtr="0" compatLnSpc="1">
            <a:prstTxWarp prst="textNoShape">
              <a:avLst/>
            </a:prstTxWarp>
            <a:noAutofit/>
          </a:bodyPr>
          <a:lstStyle>
            <a:lvl1pPr>
              <a:lnSpc>
                <a:spcPts val="1200"/>
              </a:lnSpc>
              <a:defRPr sz="1000" b="1">
                <a:solidFill>
                  <a:schemeClr val="tx2"/>
                </a:solidFill>
              </a:defRPr>
            </a:lvl1pPr>
          </a:lstStyle>
          <a:p>
            <a:pPr>
              <a:defRPr/>
            </a:pPr>
            <a:fld id="{A9D012D3-DB48-4A57-B107-0C4AFB90682B}" type="slidenum">
              <a:rPr lang="en-US"/>
              <a:pPr>
                <a:defRPr/>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231B4C9D-2CBE-4CD0-ACC1-1AE418F9FA3F}" type="slidenum">
              <a:rPr lang="en-US"/>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9"/>
          <p:cNvSpPr>
            <a:spLocks noGrp="1"/>
          </p:cNvSpPr>
          <p:nvPr>
            <p:ph type="sldNum" sz="quarter" idx="10"/>
          </p:nvPr>
        </p:nvSpPr>
        <p:spPr/>
        <p:txBody>
          <a:bodyPr/>
          <a:lstStyle>
            <a:lvl1pPr>
              <a:defRPr/>
            </a:lvl1pPr>
          </a:lstStyle>
          <a:p>
            <a:pPr>
              <a:defRPr/>
            </a:pPr>
            <a:fld id="{DF38EB91-9077-4A81-873F-F9E12609F521}" type="slidenum">
              <a:rPr lang="en-US">
                <a:solidFill>
                  <a:srgbClr val="002776"/>
                </a:solidFill>
              </a:rPr>
              <a:pPr>
                <a:defRPr/>
              </a:pPr>
              <a:t>‹#›</a:t>
            </a:fld>
            <a:endParaRPr lang="en-US" dirty="0">
              <a:solidFill>
                <a:srgbClr val="002776"/>
              </a:solidFill>
            </a:endParaRPr>
          </a:p>
        </p:txBody>
      </p:sp>
      <p:sp>
        <p:nvSpPr>
          <p:cNvPr id="6" name="Rectangle 5"/>
          <p:cNvSpPr>
            <a:spLocks noChangeArrowheads="1"/>
          </p:cNvSpPr>
          <p:nvPr userDrawn="1"/>
        </p:nvSpPr>
        <p:spPr bwMode="auto">
          <a:xfrm>
            <a:off x="7038975" y="7429501"/>
            <a:ext cx="2544763" cy="163513"/>
          </a:xfrm>
          <a:prstGeom prst="rect">
            <a:avLst/>
          </a:prstGeom>
          <a:noFill/>
          <a:ln w="25400" algn="ctr">
            <a:noFill/>
            <a:miter lim="800000"/>
            <a:headEnd/>
            <a:tailEnd/>
          </a:ln>
        </p:spPr>
        <p:txBody>
          <a:bodyPr lIns="0" tIns="0" rIns="0" bIns="0"/>
          <a:lstStyle/>
          <a:p>
            <a:pPr algn="r" defTabSz="1019012" fontAlgn="base">
              <a:lnSpc>
                <a:spcPts val="1200"/>
              </a:lnSpc>
              <a:spcBef>
                <a:spcPct val="0"/>
              </a:spcBef>
              <a:spcAft>
                <a:spcPct val="0"/>
              </a:spcAft>
              <a:defRPr/>
            </a:pPr>
            <a:r>
              <a:rPr lang="en-US" sz="800" dirty="0">
                <a:solidFill>
                  <a:srgbClr val="002776"/>
                </a:solidFill>
                <a:cs typeface="Arial" charset="0"/>
              </a:rPr>
              <a:t>© 2010 Deloitte Touche Tohmatsu</a:t>
            </a:r>
          </a:p>
        </p:txBody>
      </p:sp>
    </p:spTree>
    <p:extLst>
      <p:ext uri="{BB962C8B-B14F-4D97-AF65-F5344CB8AC3E}">
        <p14:creationId xmlns:p14="http://schemas.microsoft.com/office/powerpoint/2010/main" val="3005105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49264" y="396876"/>
            <a:ext cx="9266237" cy="7143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46088" y="1301751"/>
            <a:ext cx="9266237" cy="591661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7" name="Slide Number Placeholder 9"/>
          <p:cNvSpPr>
            <a:spLocks noGrp="1"/>
          </p:cNvSpPr>
          <p:nvPr>
            <p:ph type="sldNum" sz="quarter" idx="4"/>
          </p:nvPr>
        </p:nvSpPr>
        <p:spPr>
          <a:xfrm>
            <a:off x="457201" y="7429501"/>
            <a:ext cx="311150" cy="163513"/>
          </a:xfrm>
          <a:prstGeom prst="rect">
            <a:avLst/>
          </a:prstGeom>
        </p:spPr>
        <p:txBody>
          <a:bodyPr vert="horz" wrap="square" lIns="0" tIns="0" rIns="0" bIns="0" numCol="1" anchor="t" anchorCtr="0" compatLnSpc="1">
            <a:prstTxWarp prst="textNoShape">
              <a:avLst/>
            </a:prstTxWarp>
            <a:noAutofit/>
          </a:bodyPr>
          <a:lstStyle>
            <a:lvl1pPr>
              <a:lnSpc>
                <a:spcPts val="1200"/>
              </a:lnSpc>
              <a:defRPr sz="1000" b="1">
                <a:solidFill>
                  <a:schemeClr val="tx2"/>
                </a:solidFill>
              </a:defRPr>
            </a:lvl1pPr>
          </a:lstStyle>
          <a:p>
            <a:pPr>
              <a:defRPr/>
            </a:pPr>
            <a:fld id="{A9D012D3-DB48-4A57-B107-0C4AFB90682B}" type="slidenum">
              <a:rPr lang="en-US"/>
              <a:pPr>
                <a:defRPr/>
              </a:pPr>
              <a:t>‹#›</a:t>
            </a:fld>
            <a:endParaRPr lang="en-US" dirty="0"/>
          </a:p>
        </p:txBody>
      </p:sp>
      <p:sp>
        <p:nvSpPr>
          <p:cNvPr id="8" name="Rectangle 7"/>
          <p:cNvSpPr>
            <a:spLocks noChangeArrowheads="1"/>
          </p:cNvSpPr>
          <p:nvPr/>
        </p:nvSpPr>
        <p:spPr bwMode="auto">
          <a:xfrm>
            <a:off x="7038975" y="7429501"/>
            <a:ext cx="2544763" cy="163513"/>
          </a:xfrm>
          <a:prstGeom prst="rect">
            <a:avLst/>
          </a:prstGeom>
          <a:noFill/>
          <a:ln w="25400" algn="ctr">
            <a:noFill/>
            <a:miter lim="800000"/>
            <a:headEnd/>
            <a:tailEnd/>
          </a:ln>
        </p:spPr>
        <p:txBody>
          <a:bodyPr lIns="0" tIns="0" rIns="0" bIns="0"/>
          <a:lstStyle/>
          <a:p>
            <a:pPr algn="r" defTabSz="1019012">
              <a:lnSpc>
                <a:spcPts val="1200"/>
              </a:lnSpc>
              <a:defRPr/>
            </a:pPr>
            <a:r>
              <a:rPr lang="en-US" sz="800" dirty="0">
                <a:solidFill>
                  <a:schemeClr val="tx2"/>
                </a:solidFill>
              </a:rPr>
              <a:t>© </a:t>
            </a:r>
            <a:r>
              <a:rPr lang="en-US" sz="800" dirty="0" smtClean="0">
                <a:solidFill>
                  <a:schemeClr val="tx2"/>
                </a:solidFill>
              </a:rPr>
              <a:t>2012</a:t>
            </a:r>
            <a:r>
              <a:rPr lang="en-US" sz="800" baseline="0" dirty="0" smtClean="0">
                <a:solidFill>
                  <a:schemeClr val="tx2"/>
                </a:solidFill>
              </a:rPr>
              <a:t> </a:t>
            </a:r>
            <a:r>
              <a:rPr lang="en-US" sz="800" dirty="0" smtClean="0">
                <a:solidFill>
                  <a:schemeClr val="tx2"/>
                </a:solidFill>
              </a:rPr>
              <a:t>Deloitte </a:t>
            </a:r>
            <a:r>
              <a:rPr lang="en-US" sz="800" dirty="0">
                <a:solidFill>
                  <a:schemeClr val="tx2"/>
                </a:solidFill>
              </a:rPr>
              <a:t>Touche Tohmatsu</a:t>
            </a:r>
          </a:p>
        </p:txBody>
      </p:sp>
    </p:spTree>
  </p:cSld>
  <p:clrMap bg1="lt1" tx1="dk1" bg2="lt2" tx2="dk2" accent1="accent1" accent2="accent2" accent3="accent3" accent4="accent4" accent5="accent5" accent6="accent6" hlink="hlink" folHlink="folHlink"/>
  <p:sldLayoutIdLst>
    <p:sldLayoutId id="2147483912" r:id="rId1"/>
    <p:sldLayoutId id="2147483901" r:id="rId2"/>
    <p:sldLayoutId id="2147483902" r:id="rId3"/>
    <p:sldLayoutId id="2147483903" r:id="rId4"/>
    <p:sldLayoutId id="2147483904" r:id="rId5"/>
    <p:sldLayoutId id="2147483905" r:id="rId6"/>
    <p:sldLayoutId id="2147483906" r:id="rId7"/>
    <p:sldLayoutId id="2147483907" r:id="rId8"/>
    <p:sldLayoutId id="2147483908" r:id="rId9"/>
    <p:sldLayoutId id="2147483909" r:id="rId10"/>
    <p:sldLayoutId id="2147483910" r:id="rId11"/>
  </p:sldLayoutIdLst>
  <p:hf hdr="0" dt="0"/>
  <p:txStyles>
    <p:titleStyle>
      <a:lvl1pPr algn="l" defTabSz="1019012" rtl="0" eaLnBrk="0" fontAlgn="base" hangingPunct="0">
        <a:lnSpc>
          <a:spcPts val="3399"/>
        </a:lnSpc>
        <a:spcBef>
          <a:spcPct val="0"/>
        </a:spcBef>
        <a:spcAft>
          <a:spcPct val="0"/>
        </a:spcAft>
        <a:defRPr sz="2600" b="1">
          <a:solidFill>
            <a:schemeClr val="tx2"/>
          </a:solidFill>
          <a:latin typeface="+mj-lt"/>
          <a:ea typeface="+mj-ea"/>
          <a:cs typeface="+mj-cs"/>
        </a:defRPr>
      </a:lvl1pPr>
      <a:lvl2pPr algn="l" defTabSz="1019012" rtl="0" eaLnBrk="0" fontAlgn="base" hangingPunct="0">
        <a:lnSpc>
          <a:spcPts val="3399"/>
        </a:lnSpc>
        <a:spcBef>
          <a:spcPct val="0"/>
        </a:spcBef>
        <a:spcAft>
          <a:spcPct val="0"/>
        </a:spcAft>
        <a:defRPr sz="2600" b="1">
          <a:solidFill>
            <a:schemeClr val="tx2"/>
          </a:solidFill>
          <a:latin typeface="Arial" charset="0"/>
        </a:defRPr>
      </a:lvl2pPr>
      <a:lvl3pPr algn="l" defTabSz="1019012" rtl="0" eaLnBrk="0" fontAlgn="base" hangingPunct="0">
        <a:lnSpc>
          <a:spcPts val="3399"/>
        </a:lnSpc>
        <a:spcBef>
          <a:spcPct val="0"/>
        </a:spcBef>
        <a:spcAft>
          <a:spcPct val="0"/>
        </a:spcAft>
        <a:defRPr sz="2600" b="1">
          <a:solidFill>
            <a:schemeClr val="tx2"/>
          </a:solidFill>
          <a:latin typeface="Arial" charset="0"/>
        </a:defRPr>
      </a:lvl3pPr>
      <a:lvl4pPr algn="l" defTabSz="1019012" rtl="0" eaLnBrk="0" fontAlgn="base" hangingPunct="0">
        <a:lnSpc>
          <a:spcPts val="3399"/>
        </a:lnSpc>
        <a:spcBef>
          <a:spcPct val="0"/>
        </a:spcBef>
        <a:spcAft>
          <a:spcPct val="0"/>
        </a:spcAft>
        <a:defRPr sz="2600" b="1">
          <a:solidFill>
            <a:schemeClr val="tx2"/>
          </a:solidFill>
          <a:latin typeface="Arial" charset="0"/>
        </a:defRPr>
      </a:lvl4pPr>
      <a:lvl5pPr algn="l" defTabSz="1019012" rtl="0" eaLnBrk="0" fontAlgn="base" hangingPunct="0">
        <a:lnSpc>
          <a:spcPts val="3399"/>
        </a:lnSpc>
        <a:spcBef>
          <a:spcPct val="0"/>
        </a:spcBef>
        <a:spcAft>
          <a:spcPct val="0"/>
        </a:spcAft>
        <a:defRPr sz="2600" b="1">
          <a:solidFill>
            <a:schemeClr val="tx2"/>
          </a:solidFill>
          <a:latin typeface="Arial" charset="0"/>
        </a:defRPr>
      </a:lvl5pPr>
      <a:lvl6pPr marL="457127" algn="l" defTabSz="1019012" rtl="0" eaLnBrk="1" fontAlgn="base" hangingPunct="1">
        <a:lnSpc>
          <a:spcPts val="3399"/>
        </a:lnSpc>
        <a:spcBef>
          <a:spcPct val="0"/>
        </a:spcBef>
        <a:spcAft>
          <a:spcPct val="0"/>
        </a:spcAft>
        <a:defRPr sz="2600" b="1">
          <a:solidFill>
            <a:schemeClr val="tx2"/>
          </a:solidFill>
          <a:latin typeface="Arial" charset="0"/>
        </a:defRPr>
      </a:lvl6pPr>
      <a:lvl7pPr marL="914254" algn="l" defTabSz="1019012" rtl="0" eaLnBrk="1" fontAlgn="base" hangingPunct="1">
        <a:lnSpc>
          <a:spcPts val="3399"/>
        </a:lnSpc>
        <a:spcBef>
          <a:spcPct val="0"/>
        </a:spcBef>
        <a:spcAft>
          <a:spcPct val="0"/>
        </a:spcAft>
        <a:defRPr sz="2600" b="1">
          <a:solidFill>
            <a:schemeClr val="tx2"/>
          </a:solidFill>
          <a:latin typeface="Arial" charset="0"/>
        </a:defRPr>
      </a:lvl7pPr>
      <a:lvl8pPr marL="1371381" algn="l" defTabSz="1019012" rtl="0" eaLnBrk="1" fontAlgn="base" hangingPunct="1">
        <a:lnSpc>
          <a:spcPts val="3399"/>
        </a:lnSpc>
        <a:spcBef>
          <a:spcPct val="0"/>
        </a:spcBef>
        <a:spcAft>
          <a:spcPct val="0"/>
        </a:spcAft>
        <a:defRPr sz="2600" b="1">
          <a:solidFill>
            <a:schemeClr val="tx2"/>
          </a:solidFill>
          <a:latin typeface="Arial" charset="0"/>
        </a:defRPr>
      </a:lvl8pPr>
      <a:lvl9pPr marL="1828506" algn="l" defTabSz="1019012" rtl="0" eaLnBrk="1" fontAlgn="base" hangingPunct="1">
        <a:lnSpc>
          <a:spcPts val="3399"/>
        </a:lnSpc>
        <a:spcBef>
          <a:spcPct val="0"/>
        </a:spcBef>
        <a:spcAft>
          <a:spcPct val="0"/>
        </a:spcAft>
        <a:defRPr sz="2600" b="1">
          <a:solidFill>
            <a:schemeClr val="tx2"/>
          </a:solidFill>
          <a:latin typeface="Arial" charset="0"/>
        </a:defRPr>
      </a:lvl9pPr>
    </p:titleStyle>
    <p:bodyStyle>
      <a:lvl1pPr marL="382527" indent="-382527" algn="l" defTabSz="1019012" rtl="0" eaLnBrk="0" fontAlgn="base" hangingPunct="0">
        <a:spcBef>
          <a:spcPct val="0"/>
        </a:spcBef>
        <a:spcAft>
          <a:spcPts val="600"/>
        </a:spcAft>
        <a:buFont typeface="Arial" charset="0"/>
        <a:defRPr sz="2500">
          <a:solidFill>
            <a:schemeClr val="tx2"/>
          </a:solidFill>
          <a:latin typeface="+mn-lt"/>
          <a:ea typeface="+mn-ea"/>
          <a:cs typeface="+mn-cs"/>
        </a:defRPr>
      </a:lvl1pPr>
      <a:lvl2pPr marL="203167" indent="-203167" algn="l" defTabSz="1019012" rtl="0" eaLnBrk="0" fontAlgn="base" hangingPunct="0">
        <a:spcBef>
          <a:spcPct val="0"/>
        </a:spcBef>
        <a:spcAft>
          <a:spcPts val="600"/>
        </a:spcAft>
        <a:buFont typeface="Arial" charset="0"/>
        <a:buChar char="•"/>
        <a:defRPr sz="2500">
          <a:solidFill>
            <a:schemeClr val="tx2"/>
          </a:solidFill>
          <a:latin typeface="+mn-lt"/>
        </a:defRPr>
      </a:lvl2pPr>
      <a:lvl3pPr marL="398399" indent="-195232" algn="l" defTabSz="1019012" rtl="0" eaLnBrk="0" fontAlgn="base" hangingPunct="0">
        <a:spcBef>
          <a:spcPct val="0"/>
        </a:spcBef>
        <a:spcAft>
          <a:spcPts val="600"/>
        </a:spcAft>
        <a:buFont typeface="Arial" charset="0"/>
        <a:buChar char="‒"/>
        <a:defRPr sz="2500">
          <a:solidFill>
            <a:schemeClr val="tx2"/>
          </a:solidFill>
          <a:latin typeface="+mn-lt"/>
        </a:defRPr>
      </a:lvl3pPr>
      <a:lvl4pPr marL="601566" indent="-203167" algn="l" defTabSz="1019012" rtl="0" eaLnBrk="0" fontAlgn="base" hangingPunct="0">
        <a:spcBef>
          <a:spcPct val="0"/>
        </a:spcBef>
        <a:spcAft>
          <a:spcPts val="600"/>
        </a:spcAft>
        <a:buFont typeface="Arial" charset="0"/>
        <a:buChar char="•"/>
        <a:defRPr sz="2000">
          <a:solidFill>
            <a:schemeClr val="tx2"/>
          </a:solidFill>
          <a:latin typeface="+mn-lt"/>
        </a:defRPr>
      </a:lvl4pPr>
      <a:lvl5pPr marL="793623" indent="-192057" algn="l" defTabSz="1019012" rtl="0" eaLnBrk="0" fontAlgn="base" hangingPunct="0">
        <a:spcBef>
          <a:spcPct val="0"/>
        </a:spcBef>
        <a:spcAft>
          <a:spcPts val="600"/>
        </a:spcAft>
        <a:buFont typeface="Arial" charset="0"/>
        <a:buChar char="‒"/>
        <a:defRPr sz="2000">
          <a:solidFill>
            <a:schemeClr val="tx2"/>
          </a:solidFill>
          <a:latin typeface="+mn-lt"/>
        </a:defRPr>
      </a:lvl5pPr>
      <a:lvl6pPr marL="1250749" indent="-192057" algn="l" defTabSz="1019012" rtl="0" eaLnBrk="1" fontAlgn="base" hangingPunct="1">
        <a:spcBef>
          <a:spcPct val="0"/>
        </a:spcBef>
        <a:spcAft>
          <a:spcPts val="600"/>
        </a:spcAft>
        <a:buFont typeface="Arial" charset="0"/>
        <a:buChar char="‒"/>
        <a:defRPr sz="2000">
          <a:solidFill>
            <a:schemeClr val="tx2"/>
          </a:solidFill>
          <a:latin typeface="+mn-lt"/>
        </a:defRPr>
      </a:lvl6pPr>
      <a:lvl7pPr marL="1707876" indent="-192057" algn="l" defTabSz="1019012" rtl="0" eaLnBrk="1" fontAlgn="base" hangingPunct="1">
        <a:spcBef>
          <a:spcPct val="0"/>
        </a:spcBef>
        <a:spcAft>
          <a:spcPts val="600"/>
        </a:spcAft>
        <a:buFont typeface="Arial" charset="0"/>
        <a:buChar char="‒"/>
        <a:defRPr sz="2000">
          <a:solidFill>
            <a:schemeClr val="tx2"/>
          </a:solidFill>
          <a:latin typeface="+mn-lt"/>
        </a:defRPr>
      </a:lvl7pPr>
      <a:lvl8pPr marL="2165003" indent="-192057" algn="l" defTabSz="1019012" rtl="0" eaLnBrk="1" fontAlgn="base" hangingPunct="1">
        <a:spcBef>
          <a:spcPct val="0"/>
        </a:spcBef>
        <a:spcAft>
          <a:spcPts val="600"/>
        </a:spcAft>
        <a:buFont typeface="Arial" charset="0"/>
        <a:buChar char="‒"/>
        <a:defRPr sz="2000">
          <a:solidFill>
            <a:schemeClr val="tx2"/>
          </a:solidFill>
          <a:latin typeface="+mn-lt"/>
        </a:defRPr>
      </a:lvl8pPr>
      <a:lvl9pPr marL="2622130" indent="-192057" algn="l" defTabSz="1019012" rtl="0" eaLnBrk="1" fontAlgn="base" hangingPunct="1">
        <a:spcBef>
          <a:spcPct val="0"/>
        </a:spcBef>
        <a:spcAft>
          <a:spcPts val="600"/>
        </a:spcAft>
        <a:buFont typeface="Arial" charset="0"/>
        <a:buChar char="‒"/>
        <a:defRPr sz="2000">
          <a:solidFill>
            <a:schemeClr val="tx2"/>
          </a:solidFill>
          <a:latin typeface="+mn-lt"/>
        </a:defRPr>
      </a:lvl9pPr>
    </p:bodyStyle>
    <p:otherStyle>
      <a:defPPr>
        <a:defRPr lang="en-US"/>
      </a:defPPr>
      <a:lvl1pPr marL="0" algn="l" defTabSz="914254" rtl="0" eaLnBrk="1" latinLnBrk="0" hangingPunct="1">
        <a:defRPr sz="1800" kern="1200">
          <a:solidFill>
            <a:schemeClr val="tx1"/>
          </a:solidFill>
          <a:latin typeface="+mn-lt"/>
          <a:ea typeface="+mn-ea"/>
          <a:cs typeface="+mn-cs"/>
        </a:defRPr>
      </a:lvl1pPr>
      <a:lvl2pPr marL="457127" algn="l" defTabSz="914254" rtl="0" eaLnBrk="1" latinLnBrk="0" hangingPunct="1">
        <a:defRPr sz="1800" kern="1200">
          <a:solidFill>
            <a:schemeClr val="tx1"/>
          </a:solidFill>
          <a:latin typeface="+mn-lt"/>
          <a:ea typeface="+mn-ea"/>
          <a:cs typeface="+mn-cs"/>
        </a:defRPr>
      </a:lvl2pPr>
      <a:lvl3pPr marL="914254" algn="l" defTabSz="914254" rtl="0" eaLnBrk="1" latinLnBrk="0" hangingPunct="1">
        <a:defRPr sz="1800" kern="1200">
          <a:solidFill>
            <a:schemeClr val="tx1"/>
          </a:solidFill>
          <a:latin typeface="+mn-lt"/>
          <a:ea typeface="+mn-ea"/>
          <a:cs typeface="+mn-cs"/>
        </a:defRPr>
      </a:lvl3pPr>
      <a:lvl4pPr marL="1371381" algn="l" defTabSz="914254" rtl="0" eaLnBrk="1" latinLnBrk="0" hangingPunct="1">
        <a:defRPr sz="1800" kern="1200">
          <a:solidFill>
            <a:schemeClr val="tx1"/>
          </a:solidFill>
          <a:latin typeface="+mn-lt"/>
          <a:ea typeface="+mn-ea"/>
          <a:cs typeface="+mn-cs"/>
        </a:defRPr>
      </a:lvl4pPr>
      <a:lvl5pPr marL="1828506" algn="l" defTabSz="914254" rtl="0" eaLnBrk="1" latinLnBrk="0" hangingPunct="1">
        <a:defRPr sz="1800" kern="1200">
          <a:solidFill>
            <a:schemeClr val="tx1"/>
          </a:solidFill>
          <a:latin typeface="+mn-lt"/>
          <a:ea typeface="+mn-ea"/>
          <a:cs typeface="+mn-cs"/>
        </a:defRPr>
      </a:lvl5pPr>
      <a:lvl6pPr marL="2285633" algn="l" defTabSz="914254" rtl="0" eaLnBrk="1" latinLnBrk="0" hangingPunct="1">
        <a:defRPr sz="1800" kern="1200">
          <a:solidFill>
            <a:schemeClr val="tx1"/>
          </a:solidFill>
          <a:latin typeface="+mn-lt"/>
          <a:ea typeface="+mn-ea"/>
          <a:cs typeface="+mn-cs"/>
        </a:defRPr>
      </a:lvl6pPr>
      <a:lvl7pPr marL="2742760" algn="l" defTabSz="914254" rtl="0" eaLnBrk="1" latinLnBrk="0" hangingPunct="1">
        <a:defRPr sz="1800" kern="1200">
          <a:solidFill>
            <a:schemeClr val="tx1"/>
          </a:solidFill>
          <a:latin typeface="+mn-lt"/>
          <a:ea typeface="+mn-ea"/>
          <a:cs typeface="+mn-cs"/>
        </a:defRPr>
      </a:lvl7pPr>
      <a:lvl8pPr marL="3199887" algn="l" defTabSz="914254" rtl="0" eaLnBrk="1" latinLnBrk="0" hangingPunct="1">
        <a:defRPr sz="1800" kern="1200">
          <a:solidFill>
            <a:schemeClr val="tx1"/>
          </a:solidFill>
          <a:latin typeface="+mn-lt"/>
          <a:ea typeface="+mn-ea"/>
          <a:cs typeface="+mn-cs"/>
        </a:defRPr>
      </a:lvl8pPr>
      <a:lvl9pPr marL="3657014" algn="l" defTabSz="914254"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314" name="Title Placeholder 1"/>
          <p:cNvSpPr>
            <a:spLocks noGrp="1"/>
          </p:cNvSpPr>
          <p:nvPr>
            <p:ph type="title"/>
          </p:nvPr>
        </p:nvSpPr>
        <p:spPr bwMode="auto">
          <a:xfrm>
            <a:off x="449264" y="396876"/>
            <a:ext cx="9266237" cy="7143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title style</a:t>
            </a:r>
          </a:p>
        </p:txBody>
      </p:sp>
      <p:sp>
        <p:nvSpPr>
          <p:cNvPr id="13315" name="Text Placeholder 2"/>
          <p:cNvSpPr>
            <a:spLocks noGrp="1"/>
          </p:cNvSpPr>
          <p:nvPr>
            <p:ph type="body" idx="1"/>
          </p:nvPr>
        </p:nvSpPr>
        <p:spPr bwMode="auto">
          <a:xfrm>
            <a:off x="446088" y="1301751"/>
            <a:ext cx="9266237" cy="591661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7" name="Slide Number Placeholder 9"/>
          <p:cNvSpPr>
            <a:spLocks noGrp="1"/>
          </p:cNvSpPr>
          <p:nvPr>
            <p:ph type="sldNum" sz="quarter" idx="4"/>
          </p:nvPr>
        </p:nvSpPr>
        <p:spPr>
          <a:xfrm>
            <a:off x="457201" y="7429501"/>
            <a:ext cx="311150" cy="163513"/>
          </a:xfrm>
          <a:prstGeom prst="rect">
            <a:avLst/>
          </a:prstGeom>
        </p:spPr>
        <p:txBody>
          <a:bodyPr vert="horz" wrap="square" lIns="0" tIns="0" rIns="0" bIns="0" numCol="1" anchor="t" anchorCtr="0" compatLnSpc="1">
            <a:prstTxWarp prst="textNoShape">
              <a:avLst/>
            </a:prstTxWarp>
            <a:noAutofit/>
          </a:bodyPr>
          <a:lstStyle>
            <a:lvl1pPr>
              <a:lnSpc>
                <a:spcPts val="1200"/>
              </a:lnSpc>
              <a:defRPr sz="1000" b="1">
                <a:solidFill>
                  <a:schemeClr val="tx2"/>
                </a:solidFill>
              </a:defRPr>
            </a:lvl1pPr>
          </a:lstStyle>
          <a:p>
            <a:pPr>
              <a:defRPr/>
            </a:pPr>
            <a:fld id="{62DF7AE0-499E-45DE-A5D0-62A9DDBAB4D7}" type="slidenum">
              <a:rPr lang="en-US"/>
              <a:pPr>
                <a:defRPr/>
              </a:pPr>
              <a:t>‹#›</a:t>
            </a:fld>
            <a:endParaRPr lang="en-US" dirty="0"/>
          </a:p>
        </p:txBody>
      </p:sp>
      <p:sp>
        <p:nvSpPr>
          <p:cNvPr id="6" name="Rectangle 5"/>
          <p:cNvSpPr>
            <a:spLocks noChangeArrowheads="1"/>
          </p:cNvSpPr>
          <p:nvPr userDrawn="1"/>
        </p:nvSpPr>
        <p:spPr bwMode="auto">
          <a:xfrm>
            <a:off x="7038975" y="7429501"/>
            <a:ext cx="2544763" cy="163513"/>
          </a:xfrm>
          <a:prstGeom prst="rect">
            <a:avLst/>
          </a:prstGeom>
          <a:noFill/>
          <a:ln w="25400" algn="ctr">
            <a:noFill/>
            <a:miter lim="800000"/>
            <a:headEnd/>
            <a:tailEnd/>
          </a:ln>
        </p:spPr>
        <p:txBody>
          <a:bodyPr lIns="0" tIns="0" rIns="0" bIns="0"/>
          <a:lstStyle/>
          <a:p>
            <a:pPr algn="r" defTabSz="1019012">
              <a:lnSpc>
                <a:spcPts val="1200"/>
              </a:lnSpc>
              <a:defRPr/>
            </a:pPr>
            <a:r>
              <a:rPr lang="en-US" sz="800" dirty="0">
                <a:solidFill>
                  <a:schemeClr val="tx2"/>
                </a:solidFill>
              </a:rPr>
              <a:t>© </a:t>
            </a:r>
            <a:r>
              <a:rPr lang="en-US" sz="800" dirty="0" smtClean="0">
                <a:solidFill>
                  <a:schemeClr val="tx2"/>
                </a:solidFill>
              </a:rPr>
              <a:t>2012</a:t>
            </a:r>
            <a:r>
              <a:rPr lang="en-US" sz="800" baseline="0" dirty="0" smtClean="0">
                <a:solidFill>
                  <a:schemeClr val="tx2"/>
                </a:solidFill>
              </a:rPr>
              <a:t> </a:t>
            </a:r>
            <a:r>
              <a:rPr lang="en-US" sz="800" dirty="0" smtClean="0">
                <a:solidFill>
                  <a:schemeClr val="tx2"/>
                </a:solidFill>
              </a:rPr>
              <a:t>Deloitte </a:t>
            </a:r>
            <a:r>
              <a:rPr lang="en-US" sz="800" dirty="0">
                <a:solidFill>
                  <a:schemeClr val="tx2"/>
                </a:solidFill>
              </a:rPr>
              <a:t>Touche Tohmatsu</a:t>
            </a:r>
          </a:p>
        </p:txBody>
      </p:sp>
    </p:spTree>
  </p:cSld>
  <p:clrMap bg1="lt1" tx1="dk1" bg2="lt2" tx2="dk2" accent1="accent1" accent2="accent2" accent3="accent3" accent4="accent4" accent5="accent5" accent6="accent6" hlink="hlink" folHlink="folHlink"/>
  <p:sldLayoutIdLst>
    <p:sldLayoutId id="2147483913" r:id="rId1"/>
    <p:sldLayoutId id="2147483914" r:id="rId2"/>
    <p:sldLayoutId id="2147483917" r:id="rId3"/>
    <p:sldLayoutId id="2147483920" r:id="rId4"/>
    <p:sldLayoutId id="2147483921" r:id="rId5"/>
    <p:sldLayoutId id="2147483922" r:id="rId6"/>
  </p:sldLayoutIdLst>
  <p:hf hdr="0" dt="0"/>
  <p:txStyles>
    <p:titleStyle>
      <a:lvl1pPr algn="l" defTabSz="1019012" rtl="0" eaLnBrk="0" fontAlgn="base" hangingPunct="0">
        <a:lnSpc>
          <a:spcPts val="3399"/>
        </a:lnSpc>
        <a:spcBef>
          <a:spcPct val="0"/>
        </a:spcBef>
        <a:spcAft>
          <a:spcPct val="0"/>
        </a:spcAft>
        <a:defRPr sz="2600" b="1" kern="1200">
          <a:solidFill>
            <a:schemeClr val="tx2"/>
          </a:solidFill>
          <a:latin typeface="+mj-lt"/>
          <a:ea typeface="+mj-ea"/>
          <a:cs typeface="+mj-cs"/>
        </a:defRPr>
      </a:lvl1pPr>
      <a:lvl2pPr algn="l" defTabSz="1019012" rtl="0" eaLnBrk="0" fontAlgn="base" hangingPunct="0">
        <a:lnSpc>
          <a:spcPts val="3399"/>
        </a:lnSpc>
        <a:spcBef>
          <a:spcPct val="0"/>
        </a:spcBef>
        <a:spcAft>
          <a:spcPct val="0"/>
        </a:spcAft>
        <a:defRPr sz="2600" b="1">
          <a:solidFill>
            <a:schemeClr val="tx2"/>
          </a:solidFill>
          <a:latin typeface="Arial" charset="0"/>
        </a:defRPr>
      </a:lvl2pPr>
      <a:lvl3pPr algn="l" defTabSz="1019012" rtl="0" eaLnBrk="0" fontAlgn="base" hangingPunct="0">
        <a:lnSpc>
          <a:spcPts val="3399"/>
        </a:lnSpc>
        <a:spcBef>
          <a:spcPct val="0"/>
        </a:spcBef>
        <a:spcAft>
          <a:spcPct val="0"/>
        </a:spcAft>
        <a:defRPr sz="2600" b="1">
          <a:solidFill>
            <a:schemeClr val="tx2"/>
          </a:solidFill>
          <a:latin typeface="Arial" charset="0"/>
        </a:defRPr>
      </a:lvl3pPr>
      <a:lvl4pPr algn="l" defTabSz="1019012" rtl="0" eaLnBrk="0" fontAlgn="base" hangingPunct="0">
        <a:lnSpc>
          <a:spcPts val="3399"/>
        </a:lnSpc>
        <a:spcBef>
          <a:spcPct val="0"/>
        </a:spcBef>
        <a:spcAft>
          <a:spcPct val="0"/>
        </a:spcAft>
        <a:defRPr sz="2600" b="1">
          <a:solidFill>
            <a:schemeClr val="tx2"/>
          </a:solidFill>
          <a:latin typeface="Arial" charset="0"/>
        </a:defRPr>
      </a:lvl4pPr>
      <a:lvl5pPr algn="l" defTabSz="1019012" rtl="0" eaLnBrk="0" fontAlgn="base" hangingPunct="0">
        <a:lnSpc>
          <a:spcPts val="3399"/>
        </a:lnSpc>
        <a:spcBef>
          <a:spcPct val="0"/>
        </a:spcBef>
        <a:spcAft>
          <a:spcPct val="0"/>
        </a:spcAft>
        <a:defRPr sz="2600" b="1">
          <a:solidFill>
            <a:schemeClr val="tx2"/>
          </a:solidFill>
          <a:latin typeface="Arial" charset="0"/>
        </a:defRPr>
      </a:lvl5pPr>
      <a:lvl6pPr marL="457127" algn="l" rtl="0" fontAlgn="base">
        <a:spcBef>
          <a:spcPct val="0"/>
        </a:spcBef>
        <a:spcAft>
          <a:spcPct val="0"/>
        </a:spcAft>
        <a:defRPr sz="2500" b="1">
          <a:solidFill>
            <a:schemeClr val="accent1"/>
          </a:solidFill>
          <a:latin typeface="Arial" charset="0"/>
        </a:defRPr>
      </a:lvl6pPr>
      <a:lvl7pPr marL="914254" algn="l" rtl="0" fontAlgn="base">
        <a:spcBef>
          <a:spcPct val="0"/>
        </a:spcBef>
        <a:spcAft>
          <a:spcPct val="0"/>
        </a:spcAft>
        <a:defRPr sz="2500" b="1">
          <a:solidFill>
            <a:schemeClr val="accent1"/>
          </a:solidFill>
          <a:latin typeface="Arial" charset="0"/>
        </a:defRPr>
      </a:lvl7pPr>
      <a:lvl8pPr marL="1371381" algn="l" rtl="0" fontAlgn="base">
        <a:spcBef>
          <a:spcPct val="0"/>
        </a:spcBef>
        <a:spcAft>
          <a:spcPct val="0"/>
        </a:spcAft>
        <a:defRPr sz="2500" b="1">
          <a:solidFill>
            <a:schemeClr val="accent1"/>
          </a:solidFill>
          <a:latin typeface="Arial" charset="0"/>
        </a:defRPr>
      </a:lvl8pPr>
      <a:lvl9pPr marL="1828506" algn="l" rtl="0" fontAlgn="base">
        <a:spcBef>
          <a:spcPct val="0"/>
        </a:spcBef>
        <a:spcAft>
          <a:spcPct val="0"/>
        </a:spcAft>
        <a:defRPr sz="2500" b="1">
          <a:solidFill>
            <a:schemeClr val="accent1"/>
          </a:solidFill>
          <a:latin typeface="Arial" charset="0"/>
        </a:defRPr>
      </a:lvl9pPr>
    </p:titleStyle>
    <p:bodyStyle>
      <a:lvl1pPr marL="382527" indent="-382527" algn="l" defTabSz="1019012" rtl="0" eaLnBrk="0" fontAlgn="base" hangingPunct="0">
        <a:spcBef>
          <a:spcPct val="0"/>
        </a:spcBef>
        <a:spcAft>
          <a:spcPts val="600"/>
        </a:spcAft>
        <a:buFont typeface="Arial" charset="0"/>
        <a:defRPr lang="en-US" sz="2500" kern="1200" dirty="0">
          <a:solidFill>
            <a:schemeClr val="tx2"/>
          </a:solidFill>
          <a:latin typeface="+mn-lt"/>
          <a:ea typeface="+mn-ea"/>
          <a:cs typeface="+mn-cs"/>
        </a:defRPr>
      </a:lvl1pPr>
      <a:lvl2pPr marL="203167" indent="-203167" algn="l" defTabSz="1019012" rtl="0" eaLnBrk="0" fontAlgn="base" hangingPunct="0">
        <a:spcBef>
          <a:spcPct val="0"/>
        </a:spcBef>
        <a:spcAft>
          <a:spcPts val="600"/>
        </a:spcAft>
        <a:buFont typeface="Arial" charset="0"/>
        <a:buChar char="•"/>
        <a:defRPr lang="en-US" sz="2500" kern="1200" dirty="0">
          <a:solidFill>
            <a:schemeClr val="tx2"/>
          </a:solidFill>
          <a:latin typeface="+mn-lt"/>
          <a:ea typeface="+mj-ea"/>
          <a:cs typeface="+mj-cs"/>
        </a:defRPr>
      </a:lvl2pPr>
      <a:lvl3pPr marL="398399" indent="-195232" algn="l" defTabSz="1019012" rtl="0" eaLnBrk="0" fontAlgn="base" hangingPunct="0">
        <a:spcBef>
          <a:spcPct val="0"/>
        </a:spcBef>
        <a:spcAft>
          <a:spcPts val="600"/>
        </a:spcAft>
        <a:buFont typeface="Arial" charset="0"/>
        <a:buChar char="‒"/>
        <a:defRPr lang="en-US" sz="2500" kern="1200" dirty="0">
          <a:solidFill>
            <a:schemeClr val="tx2"/>
          </a:solidFill>
          <a:latin typeface="+mn-lt"/>
          <a:ea typeface="+mj-ea"/>
          <a:cs typeface="+mj-cs"/>
        </a:defRPr>
      </a:lvl3pPr>
      <a:lvl4pPr marL="601566" indent="-203167" algn="l" defTabSz="1019012" rtl="0" eaLnBrk="0" fontAlgn="base" hangingPunct="0">
        <a:spcBef>
          <a:spcPct val="0"/>
        </a:spcBef>
        <a:spcAft>
          <a:spcPts val="600"/>
        </a:spcAft>
        <a:buFont typeface="Arial" charset="0"/>
        <a:buChar char="•"/>
        <a:defRPr lang="en-US" sz="2000" kern="1200" dirty="0">
          <a:solidFill>
            <a:schemeClr val="tx2"/>
          </a:solidFill>
          <a:latin typeface="+mn-lt"/>
          <a:ea typeface="+mj-ea"/>
          <a:cs typeface="+mj-cs"/>
        </a:defRPr>
      </a:lvl4pPr>
      <a:lvl5pPr marL="793623" indent="-192057" algn="l" defTabSz="1019012" rtl="0" eaLnBrk="0" fontAlgn="base" hangingPunct="0">
        <a:spcBef>
          <a:spcPct val="0"/>
        </a:spcBef>
        <a:spcAft>
          <a:spcPts val="600"/>
        </a:spcAft>
        <a:buFont typeface="Arial" charset="0"/>
        <a:buChar char="‒"/>
        <a:defRPr lang="en-GB" sz="2000" kern="1200" dirty="0">
          <a:solidFill>
            <a:schemeClr val="tx2"/>
          </a:solidFill>
          <a:latin typeface="+mn-lt"/>
          <a:ea typeface="+mj-ea"/>
          <a:cs typeface="+mj-cs"/>
        </a:defRPr>
      </a:lvl5pPr>
      <a:lvl6pPr marL="895206" indent="-182534" algn="l" defTabSz="914254"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326" indent="-184120" algn="l" defTabSz="914254"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337" indent="-173011" algn="l" defTabSz="914254"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4870" indent="-182534" algn="l" defTabSz="914254"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p:bodyStyle>
    <p:otherStyle>
      <a:defPPr>
        <a:defRPr lang="en-US"/>
      </a:defPPr>
      <a:lvl1pPr marL="0" algn="l" defTabSz="914254" rtl="0" eaLnBrk="1" latinLnBrk="0" hangingPunct="1">
        <a:defRPr sz="1800" kern="1200">
          <a:solidFill>
            <a:schemeClr val="tx1"/>
          </a:solidFill>
          <a:latin typeface="+mn-lt"/>
          <a:ea typeface="+mn-ea"/>
          <a:cs typeface="+mn-cs"/>
        </a:defRPr>
      </a:lvl1pPr>
      <a:lvl2pPr marL="457127" algn="l" defTabSz="914254" rtl="0" eaLnBrk="1" latinLnBrk="0" hangingPunct="1">
        <a:defRPr sz="1800" kern="1200">
          <a:solidFill>
            <a:schemeClr val="tx1"/>
          </a:solidFill>
          <a:latin typeface="+mn-lt"/>
          <a:ea typeface="+mn-ea"/>
          <a:cs typeface="+mn-cs"/>
        </a:defRPr>
      </a:lvl2pPr>
      <a:lvl3pPr marL="914254" algn="l" defTabSz="914254" rtl="0" eaLnBrk="1" latinLnBrk="0" hangingPunct="1">
        <a:defRPr sz="1800" kern="1200">
          <a:solidFill>
            <a:schemeClr val="tx1"/>
          </a:solidFill>
          <a:latin typeface="+mn-lt"/>
          <a:ea typeface="+mn-ea"/>
          <a:cs typeface="+mn-cs"/>
        </a:defRPr>
      </a:lvl3pPr>
      <a:lvl4pPr marL="1371381" algn="l" defTabSz="914254" rtl="0" eaLnBrk="1" latinLnBrk="0" hangingPunct="1">
        <a:defRPr sz="1800" kern="1200">
          <a:solidFill>
            <a:schemeClr val="tx1"/>
          </a:solidFill>
          <a:latin typeface="+mn-lt"/>
          <a:ea typeface="+mn-ea"/>
          <a:cs typeface="+mn-cs"/>
        </a:defRPr>
      </a:lvl4pPr>
      <a:lvl5pPr marL="1828506" algn="l" defTabSz="914254" rtl="0" eaLnBrk="1" latinLnBrk="0" hangingPunct="1">
        <a:defRPr sz="1800" kern="1200">
          <a:solidFill>
            <a:schemeClr val="tx1"/>
          </a:solidFill>
          <a:latin typeface="+mn-lt"/>
          <a:ea typeface="+mn-ea"/>
          <a:cs typeface="+mn-cs"/>
        </a:defRPr>
      </a:lvl5pPr>
      <a:lvl6pPr marL="2285633" algn="l" defTabSz="914254" rtl="0" eaLnBrk="1" latinLnBrk="0" hangingPunct="1">
        <a:defRPr sz="1800" kern="1200">
          <a:solidFill>
            <a:schemeClr val="tx1"/>
          </a:solidFill>
          <a:latin typeface="+mn-lt"/>
          <a:ea typeface="+mn-ea"/>
          <a:cs typeface="+mn-cs"/>
        </a:defRPr>
      </a:lvl6pPr>
      <a:lvl7pPr marL="2742760" algn="l" defTabSz="914254" rtl="0" eaLnBrk="1" latinLnBrk="0" hangingPunct="1">
        <a:defRPr sz="1800" kern="1200">
          <a:solidFill>
            <a:schemeClr val="tx1"/>
          </a:solidFill>
          <a:latin typeface="+mn-lt"/>
          <a:ea typeface="+mn-ea"/>
          <a:cs typeface="+mn-cs"/>
        </a:defRPr>
      </a:lvl7pPr>
      <a:lvl8pPr marL="3199887" algn="l" defTabSz="914254" rtl="0" eaLnBrk="1" latinLnBrk="0" hangingPunct="1">
        <a:defRPr sz="1800" kern="1200">
          <a:solidFill>
            <a:schemeClr val="tx1"/>
          </a:solidFill>
          <a:latin typeface="+mn-lt"/>
          <a:ea typeface="+mn-ea"/>
          <a:cs typeface="+mn-cs"/>
        </a:defRPr>
      </a:lvl8pPr>
      <a:lvl9pPr marL="3657014" algn="l" defTabSz="9142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6.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7.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hyperlink" Target="https://kx.deloitteresources.com/C6/PEPS/default.aspx" TargetMode="External"/><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hyperlink" Target="https://kx.deloitteresources.com/C6/PEPS/default.aspx"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16.xml"/><Relationship Id="rId5" Type="http://schemas.openxmlformats.org/officeDocument/2006/relationships/hyperlink" Target="http://www.deloitte.com/about" TargetMode="External"/><Relationship Id="rId4" Type="http://schemas.openxmlformats.org/officeDocument/2006/relationships/hyperlink" Target="http://www.deloitte.com/us/abou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7"/>
          <p:cNvSpPr>
            <a:spLocks noGrp="1"/>
          </p:cNvSpPr>
          <p:nvPr>
            <p:ph type="ctrTitle"/>
          </p:nvPr>
        </p:nvSpPr>
        <p:spPr>
          <a:xfrm>
            <a:off x="981076" y="2619202"/>
            <a:ext cx="5114925" cy="963612"/>
          </a:xfrm>
          <a:ln/>
        </p:spPr>
        <p:txBody>
          <a:bodyPr/>
          <a:lstStyle/>
          <a:p>
            <a:pPr eaLnBrk="1" hangingPunct="1">
              <a:lnSpc>
                <a:spcPts val="4100"/>
              </a:lnSpc>
              <a:spcBef>
                <a:spcPts val="1800"/>
              </a:spcBef>
              <a:spcAft>
                <a:spcPts val="1800"/>
              </a:spcAft>
            </a:pPr>
            <a:r>
              <a:rPr lang="en-GB" dirty="0">
                <a:cs typeface="Times New Roman" pitchFamily="18" charset="0"/>
              </a:rPr>
              <a:t>Project Estimator &amp; Planning Suite (PE&amp;PS) </a:t>
            </a:r>
            <a:r>
              <a:rPr lang="en-GB" dirty="0" smtClean="0">
                <a:solidFill>
                  <a:schemeClr val="accent2"/>
                </a:solidFill>
                <a:cs typeface="Times New Roman" pitchFamily="18" charset="0"/>
              </a:rPr>
              <a:t>Ramp up guide</a:t>
            </a:r>
            <a:endParaRPr lang="en-US" dirty="0">
              <a:solidFill>
                <a:schemeClr val="accent2"/>
              </a:solidFill>
              <a:cs typeface="Times New Roman" pitchFamily="18" charset="0"/>
            </a:endParaRPr>
          </a:p>
        </p:txBody>
      </p:sp>
      <p:pic>
        <p:nvPicPr>
          <p:cNvPr id="80899" name="Picture 19"/>
          <p:cNvPicPr>
            <a:picLocks noChangeAspect="1" noChangeArrowheads="1"/>
          </p:cNvPicPr>
          <p:nvPr/>
        </p:nvPicPr>
        <p:blipFill>
          <a:blip r:embed="rId2" cstate="print"/>
          <a:srcRect/>
          <a:stretch>
            <a:fillRect/>
          </a:stretch>
        </p:blipFill>
        <p:spPr bwMode="auto">
          <a:xfrm>
            <a:off x="8840789" y="306389"/>
            <a:ext cx="771525" cy="771525"/>
          </a:xfrm>
          <a:prstGeom prst="rect">
            <a:avLst/>
          </a:prstGeom>
          <a:noFill/>
          <a:ln w="9525">
            <a:noFill/>
            <a:miter lim="800000"/>
            <a:headEnd/>
            <a:tailEnd/>
          </a:ln>
        </p:spPr>
      </p:pic>
      <p:pic>
        <p:nvPicPr>
          <p:cNvPr id="80900" name="Picture 4" descr="https://deloitteidm2.monigle2.net/ar6855pn63/images/previews/rec_glb_ho_040_hi-zm.jpg"/>
          <p:cNvPicPr>
            <a:picLocks noChangeAspect="1" noChangeArrowheads="1"/>
          </p:cNvPicPr>
          <p:nvPr/>
        </p:nvPicPr>
        <p:blipFill>
          <a:blip r:embed="rId3" cstate="print"/>
          <a:srcRect/>
          <a:stretch>
            <a:fillRect/>
          </a:stretch>
        </p:blipFill>
        <p:spPr bwMode="auto">
          <a:xfrm>
            <a:off x="6249988" y="2438400"/>
            <a:ext cx="3810000" cy="25431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dirty="0" smtClean="0"/>
              <a:t>Topics</a:t>
            </a:r>
          </a:p>
        </p:txBody>
      </p:sp>
      <p:sp>
        <p:nvSpPr>
          <p:cNvPr id="33795" name="Content Placeholder 2"/>
          <p:cNvSpPr>
            <a:spLocks noGrp="1"/>
          </p:cNvSpPr>
          <p:nvPr>
            <p:ph idx="1"/>
          </p:nvPr>
        </p:nvSpPr>
        <p:spPr/>
        <p:txBody>
          <a:bodyPr/>
          <a:lstStyle/>
          <a:p>
            <a:r>
              <a:rPr lang="en-US" dirty="0" smtClean="0"/>
              <a:t>Introduction to PE&amp;PS</a:t>
            </a:r>
          </a:p>
          <a:p>
            <a:endParaRPr lang="en-US" dirty="0" smtClean="0"/>
          </a:p>
          <a:p>
            <a:r>
              <a:rPr lang="en-US" dirty="0" smtClean="0"/>
              <a:t>PE&amp;PS roles and responsibilities</a:t>
            </a:r>
          </a:p>
          <a:p>
            <a:endParaRPr lang="en-US" dirty="0" smtClean="0"/>
          </a:p>
          <a:p>
            <a:r>
              <a:rPr lang="en-US" dirty="0" smtClean="0"/>
              <a:t>PE&amp;PS training curriculum</a:t>
            </a:r>
          </a:p>
          <a:p>
            <a:endParaRPr lang="en-US" dirty="0" smtClean="0"/>
          </a:p>
          <a:p>
            <a:r>
              <a:rPr lang="en-US" dirty="0" smtClean="0"/>
              <a:t>PE&amp;PS Estimation process steps</a:t>
            </a:r>
          </a:p>
          <a:p>
            <a:endParaRPr lang="en-US" dirty="0" smtClean="0"/>
          </a:p>
          <a:p>
            <a:r>
              <a:rPr lang="en-US" dirty="0" smtClean="0"/>
              <a:t>Additional resources</a:t>
            </a:r>
          </a:p>
          <a:p>
            <a:endParaRPr lang="en-US" dirty="0" smtClean="0"/>
          </a:p>
          <a:p>
            <a:r>
              <a:rPr lang="en-US" dirty="0" smtClean="0"/>
              <a:t>Next steps</a:t>
            </a:r>
          </a:p>
        </p:txBody>
      </p:sp>
      <p:pic>
        <p:nvPicPr>
          <p:cNvPr id="4" name="Picture 4" descr="http://www.coylehospitality.com/mystery-shopping/images/dart-in-bullseye-left.jpg"/>
          <p:cNvPicPr>
            <a:picLocks noChangeAspect="1" noChangeArrowheads="1"/>
          </p:cNvPicPr>
          <p:nvPr/>
        </p:nvPicPr>
        <p:blipFill>
          <a:blip r:embed="rId2" cstate="print"/>
          <a:srcRect r="6053"/>
          <a:stretch>
            <a:fillRect/>
          </a:stretch>
        </p:blipFill>
        <p:spPr bwMode="auto">
          <a:xfrm>
            <a:off x="6210430" y="2253524"/>
            <a:ext cx="3834881" cy="42062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7" name="Picture 1"/>
          <p:cNvPicPr>
            <a:picLocks noChangeAspect="1" noChangeArrowheads="1"/>
          </p:cNvPicPr>
          <p:nvPr/>
        </p:nvPicPr>
        <p:blipFill>
          <a:blip r:embed="rId3" cstate="print"/>
          <a:srcRect/>
          <a:stretch>
            <a:fillRect/>
          </a:stretch>
        </p:blipFill>
        <p:spPr bwMode="auto">
          <a:xfrm>
            <a:off x="5691132" y="4341216"/>
            <a:ext cx="3519534" cy="2101780"/>
          </a:xfrm>
          <a:prstGeom prst="rect">
            <a:avLst/>
          </a:prstGeom>
          <a:noFill/>
          <a:ln w="9525">
            <a:solidFill>
              <a:schemeClr val="accent1"/>
            </a:solidFill>
            <a:miter lim="800000"/>
            <a:headEnd/>
            <a:tailEnd/>
          </a:ln>
        </p:spPr>
      </p:pic>
      <p:sp>
        <p:nvSpPr>
          <p:cNvPr id="45057" name="SHP_217"/>
          <p:cNvSpPr>
            <a:spLocks noGrp="1" noChangeArrowheads="1"/>
          </p:cNvSpPr>
          <p:nvPr>
            <p:ph type="body" sz="quarter" idx="10"/>
          </p:nvPr>
        </p:nvSpPr>
        <p:spPr bwMode="auto">
          <a:xfrm>
            <a:off x="447112" y="1050927"/>
            <a:ext cx="4163717" cy="2934219"/>
          </a:xfrm>
        </p:spPr>
        <p:txBody>
          <a:bodyPr/>
          <a:lstStyle/>
          <a:p>
            <a:pPr lvl="1" eaLnBrk="1" hangingPunct="1"/>
            <a:r>
              <a:rPr lang="en-US" sz="2000" dirty="0" smtClean="0"/>
              <a:t>What is PE&amp;PS? </a:t>
            </a:r>
          </a:p>
          <a:p>
            <a:pPr lvl="2" eaLnBrk="1" hangingPunct="1"/>
            <a:r>
              <a:rPr lang="en-US" sz="1600" dirty="0" smtClean="0"/>
              <a:t>PE&amp;PS is primarily a Windows-based Client-Server application for project scoping, estimating and work planning</a:t>
            </a:r>
          </a:p>
          <a:p>
            <a:pPr lvl="2" eaLnBrk="1" hangingPunct="1"/>
            <a:r>
              <a:rPr lang="en-US" sz="1600" dirty="0" smtClean="0"/>
              <a:t>It is an enhancement to the existing Excel PE tool that has evolved over the last 10 years</a:t>
            </a:r>
          </a:p>
        </p:txBody>
      </p:sp>
      <p:sp>
        <p:nvSpPr>
          <p:cNvPr id="45058" name="SHP_216"/>
          <p:cNvSpPr>
            <a:spLocks noGrp="1" noChangeArrowheads="1"/>
          </p:cNvSpPr>
          <p:nvPr>
            <p:ph type="title"/>
          </p:nvPr>
        </p:nvSpPr>
        <p:spPr bwMode="auto"/>
        <p:txBody>
          <a:bodyPr/>
          <a:lstStyle/>
          <a:p>
            <a:r>
              <a:rPr lang="en-US" sz="2500" dirty="0" smtClean="0"/>
              <a:t>Introduction to PE&amp;PS</a:t>
            </a:r>
          </a:p>
        </p:txBody>
      </p:sp>
      <p:sp>
        <p:nvSpPr>
          <p:cNvPr id="45061" name="SHP_217"/>
          <p:cNvSpPr>
            <a:spLocks noChangeArrowheads="1"/>
          </p:cNvSpPr>
          <p:nvPr/>
        </p:nvSpPr>
        <p:spPr bwMode="auto">
          <a:xfrm>
            <a:off x="5438866" y="1036533"/>
            <a:ext cx="4303439" cy="4578015"/>
          </a:xfrm>
          <a:prstGeom prst="rect">
            <a:avLst/>
          </a:prstGeom>
          <a:noFill/>
          <a:ln w="9525" algn="ctr">
            <a:noFill/>
            <a:miter lim="800000"/>
            <a:headEnd/>
            <a:tailEnd/>
          </a:ln>
        </p:spPr>
        <p:txBody>
          <a:bodyPr lIns="0" tIns="0" rIns="0" bIns="0"/>
          <a:lstStyle/>
          <a:p>
            <a:pPr marL="203167" lvl="1" indent="-203167" defTabSz="1019012">
              <a:lnSpc>
                <a:spcPct val="106000"/>
              </a:lnSpc>
              <a:spcAft>
                <a:spcPts val="600"/>
              </a:spcAft>
              <a:buClr>
                <a:schemeClr val="tx2"/>
              </a:buClr>
              <a:buFont typeface="Arial" charset="0"/>
              <a:buChar char="•"/>
            </a:pPr>
            <a:r>
              <a:rPr lang="en-US" dirty="0" smtClean="0">
                <a:solidFill>
                  <a:schemeClr val="tx2"/>
                </a:solidFill>
                <a:latin typeface="+mn-lt"/>
                <a:ea typeface="+mj-ea"/>
                <a:cs typeface="+mj-cs"/>
              </a:rPr>
              <a:t>Why the move to the Application?</a:t>
            </a:r>
          </a:p>
          <a:p>
            <a:pPr marL="398399" lvl="2" indent="-195232" defTabSz="1019012">
              <a:lnSpc>
                <a:spcPct val="106000"/>
              </a:lnSpc>
              <a:spcAft>
                <a:spcPts val="600"/>
              </a:spcAft>
              <a:buClr>
                <a:schemeClr val="tx2"/>
              </a:buClr>
              <a:buFont typeface="Arial" charset="0"/>
              <a:buChar char="‒"/>
            </a:pPr>
            <a:r>
              <a:rPr lang="en-US" sz="1600" dirty="0" smtClean="0">
                <a:solidFill>
                  <a:schemeClr val="tx2"/>
                </a:solidFill>
                <a:latin typeface="+mn-lt"/>
                <a:ea typeface="+mj-ea"/>
                <a:cs typeface="+mj-cs"/>
              </a:rPr>
              <a:t>Excel as a development platform did not meet the needs of the practice any longer</a:t>
            </a:r>
          </a:p>
          <a:p>
            <a:pPr marL="398399" lvl="2" indent="-195232" defTabSz="1019012">
              <a:lnSpc>
                <a:spcPct val="106000"/>
              </a:lnSpc>
              <a:spcAft>
                <a:spcPts val="600"/>
              </a:spcAft>
              <a:buClr>
                <a:schemeClr val="tx2"/>
              </a:buClr>
              <a:buFont typeface="Arial" charset="0"/>
              <a:buChar char="‒"/>
            </a:pPr>
            <a:r>
              <a:rPr lang="en-US" sz="1600" dirty="0" smtClean="0">
                <a:solidFill>
                  <a:schemeClr val="tx2"/>
                </a:solidFill>
                <a:latin typeface="+mn-lt"/>
                <a:ea typeface="+mj-ea"/>
                <a:cs typeface="+mj-cs"/>
              </a:rPr>
              <a:t>User interface is much more user friendly than Excel</a:t>
            </a:r>
          </a:p>
          <a:p>
            <a:pPr marL="398399" lvl="2" indent="-195232" defTabSz="1019012">
              <a:lnSpc>
                <a:spcPct val="106000"/>
              </a:lnSpc>
              <a:spcAft>
                <a:spcPts val="600"/>
              </a:spcAft>
              <a:buClr>
                <a:schemeClr val="tx2"/>
              </a:buClr>
              <a:buFont typeface="Arial" charset="0"/>
              <a:buChar char="‒"/>
            </a:pPr>
            <a:r>
              <a:rPr lang="en-US" sz="1600" dirty="0" smtClean="0">
                <a:solidFill>
                  <a:schemeClr val="tx2"/>
                </a:solidFill>
                <a:latin typeface="+mn-lt"/>
                <a:ea typeface="+mj-ea"/>
                <a:cs typeface="+mj-cs"/>
              </a:rPr>
              <a:t>Data integrity is higher</a:t>
            </a:r>
          </a:p>
          <a:p>
            <a:pPr marL="398399" lvl="2" indent="-195232" defTabSz="1019012">
              <a:lnSpc>
                <a:spcPct val="106000"/>
              </a:lnSpc>
              <a:spcAft>
                <a:spcPts val="600"/>
              </a:spcAft>
              <a:buClr>
                <a:schemeClr val="tx2"/>
              </a:buClr>
              <a:buFont typeface="Arial" charset="0"/>
              <a:buChar char="‒"/>
            </a:pPr>
            <a:r>
              <a:rPr lang="en-US" sz="1600" dirty="0" smtClean="0">
                <a:solidFill>
                  <a:schemeClr val="tx2"/>
                </a:solidFill>
                <a:latin typeface="+mn-lt"/>
                <a:ea typeface="+mj-ea"/>
                <a:cs typeface="+mj-cs"/>
              </a:rPr>
              <a:t>Ability to keep history on data and do analysis that will improve estimation data</a:t>
            </a:r>
          </a:p>
          <a:p>
            <a:pPr marL="398399" lvl="2" indent="-195232" defTabSz="1019012">
              <a:lnSpc>
                <a:spcPct val="106000"/>
              </a:lnSpc>
              <a:spcAft>
                <a:spcPts val="600"/>
              </a:spcAft>
              <a:buClr>
                <a:schemeClr val="tx2"/>
              </a:buClr>
              <a:buFont typeface="Arial" charset="0"/>
              <a:buChar char="‒"/>
            </a:pPr>
            <a:r>
              <a:rPr lang="en-US" sz="1600" dirty="0" smtClean="0">
                <a:solidFill>
                  <a:schemeClr val="tx2"/>
                </a:solidFill>
                <a:latin typeface="+mn-lt"/>
                <a:ea typeface="+mj-ea"/>
                <a:cs typeface="+mj-cs"/>
              </a:rPr>
              <a:t>Alignment with PMC, ARIS, and RMC</a:t>
            </a:r>
          </a:p>
        </p:txBody>
      </p:sp>
      <p:sp>
        <p:nvSpPr>
          <p:cNvPr id="7" name="Slide Number Placeholder 9"/>
          <p:cNvSpPr txBox="1">
            <a:spLocks/>
          </p:cNvSpPr>
          <p:nvPr/>
        </p:nvSpPr>
        <p:spPr bwMode="auto">
          <a:xfrm>
            <a:off x="457201" y="7429501"/>
            <a:ext cx="311150" cy="16351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382527" indent="-382527" defTabSz="1019012" eaLnBrk="0" hangingPunct="0">
              <a:spcAft>
                <a:spcPts val="600"/>
              </a:spcAft>
              <a:defRPr/>
            </a:pPr>
            <a:fld id="{FEF833A5-7F05-446B-A17D-E847F7115915}" type="slidenum">
              <a:rPr lang="en-US" sz="1000" b="1" smtClean="0">
                <a:solidFill>
                  <a:schemeClr val="tx2"/>
                </a:solidFill>
                <a:latin typeface="+mn-lt"/>
                <a:cs typeface="+mn-cs"/>
              </a:rPr>
              <a:pPr marL="382527" indent="-382527" defTabSz="1019012" eaLnBrk="0" hangingPunct="0">
                <a:spcAft>
                  <a:spcPts val="600"/>
                </a:spcAft>
                <a:defRPr/>
              </a:pPr>
              <a:t>3</a:t>
            </a:fld>
            <a:endParaRPr lang="en-US" sz="1000" b="1" dirty="0" smtClean="0">
              <a:solidFill>
                <a:schemeClr val="tx2"/>
              </a:solidFill>
              <a:latin typeface="+mn-lt"/>
              <a:cs typeface="+mn-cs"/>
            </a:endParaRPr>
          </a:p>
        </p:txBody>
      </p:sp>
      <p:sp>
        <p:nvSpPr>
          <p:cNvPr id="8" name="AutoShape 9"/>
          <p:cNvSpPr>
            <a:spLocks noChangeArrowheads="1"/>
          </p:cNvSpPr>
          <p:nvPr/>
        </p:nvSpPr>
        <p:spPr bwMode="auto">
          <a:xfrm>
            <a:off x="2519239" y="4467143"/>
            <a:ext cx="3472006" cy="1865427"/>
          </a:xfrm>
          <a:prstGeom prst="homePlate">
            <a:avLst>
              <a:gd name="adj" fmla="val 42812"/>
            </a:avLst>
          </a:prstGeom>
          <a:solidFill>
            <a:srgbClr val="A4D400"/>
          </a:solidFill>
          <a:ln w="12700" algn="ctr">
            <a:noFill/>
            <a:miter lim="800000"/>
            <a:headEnd/>
            <a:tailEnd/>
          </a:ln>
        </p:spPr>
        <p:txBody>
          <a:bodyPr lIns="40112" tIns="40112" rIns="40112" bIns="40112" anchor="ctr" anchorCtr="1"/>
          <a:lstStyle/>
          <a:p>
            <a:pPr defTabSz="1019012"/>
            <a:endParaRPr lang="en-US" sz="1600" b="1" dirty="0">
              <a:solidFill>
                <a:srgbClr val="FFFFFF"/>
              </a:solidFill>
            </a:endParaRPr>
          </a:p>
        </p:txBody>
      </p:sp>
      <p:grpSp>
        <p:nvGrpSpPr>
          <p:cNvPr id="2" name="Group 8"/>
          <p:cNvGrpSpPr/>
          <p:nvPr/>
        </p:nvGrpSpPr>
        <p:grpSpPr>
          <a:xfrm>
            <a:off x="941701" y="3985147"/>
            <a:ext cx="3548413" cy="2497553"/>
            <a:chOff x="752354" y="3565002"/>
            <a:chExt cx="4346582" cy="3067291"/>
          </a:xfrm>
        </p:grpSpPr>
        <p:sp>
          <p:nvSpPr>
            <p:cNvPr id="10" name="Rectangle 9"/>
            <p:cNvSpPr/>
            <p:nvPr/>
          </p:nvSpPr>
          <p:spPr>
            <a:xfrm>
              <a:off x="752354" y="3565002"/>
              <a:ext cx="4247909" cy="3067291"/>
            </a:xfrm>
            <a:prstGeom prst="rect">
              <a:avLst/>
            </a:prstGeom>
            <a:solidFill>
              <a:schemeClr val="bg1"/>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59"/>
            <p:cNvPicPr>
              <a:picLocks noChangeAspect="1" noChangeArrowheads="1"/>
            </p:cNvPicPr>
            <p:nvPr/>
          </p:nvPicPr>
          <p:blipFill>
            <a:blip r:embed="rId4" cstate="print"/>
            <a:srcRect/>
            <a:stretch>
              <a:fillRect/>
            </a:stretch>
          </p:blipFill>
          <p:spPr bwMode="auto">
            <a:xfrm>
              <a:off x="831736" y="3571246"/>
              <a:ext cx="4267200" cy="3051807"/>
            </a:xfrm>
            <a:prstGeom prst="rect">
              <a:avLst/>
            </a:prstGeom>
            <a:noFill/>
            <a:ln>
              <a:noFill/>
            </a:ln>
          </p:spPr>
        </p:pic>
      </p:grpSp>
      <p:sp>
        <p:nvSpPr>
          <p:cNvPr id="45059" name="SHP_218"/>
          <p:cNvSpPr>
            <a:spLocks noChangeArrowheads="1"/>
          </p:cNvSpPr>
          <p:nvPr/>
        </p:nvSpPr>
        <p:spPr bwMode="auto">
          <a:xfrm>
            <a:off x="440124" y="6723012"/>
            <a:ext cx="9172753" cy="535517"/>
          </a:xfrm>
          <a:prstGeom prst="rect">
            <a:avLst/>
          </a:prstGeom>
          <a:noFill/>
          <a:ln w="19050">
            <a:solidFill>
              <a:srgbClr val="92D400"/>
            </a:solidFill>
          </a:ln>
        </p:spPr>
        <p:txBody>
          <a:bodyPr wrap="square" lIns="91425" tIns="45713" rIns="91425" bIns="45713" rtlCol="0">
            <a:spAutoFit/>
          </a:bodyPr>
          <a:lstStyle/>
          <a:p>
            <a:pPr algn="ctr">
              <a:lnSpc>
                <a:spcPct val="90000"/>
              </a:lnSpc>
              <a:buClr>
                <a:srgbClr val="000066"/>
              </a:buClr>
              <a:defRPr/>
            </a:pPr>
            <a:r>
              <a:rPr lang="en-US" sz="1600" b="1" dirty="0" smtClean="0">
                <a:solidFill>
                  <a:srgbClr val="002776"/>
                </a:solidFill>
              </a:rPr>
              <a:t>PE&amp;PS </a:t>
            </a:r>
            <a:r>
              <a:rPr lang="en-US" sz="1600" b="1" dirty="0">
                <a:solidFill>
                  <a:srgbClr val="002776"/>
                </a:solidFill>
              </a:rPr>
              <a:t>drives consistent estimation of costs, effort, and resources during sales and delivery of our ERP projects, with the goal of increasing quality and profitability</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Number Placeholder 9"/>
          <p:cNvSpPr>
            <a:spLocks noGrp="1"/>
          </p:cNvSpPr>
          <p:nvPr>
            <p:ph type="sldNum" sz="quarter" idx="10"/>
          </p:nvPr>
        </p:nvSpPr>
        <p:spPr bwMode="auto">
          <a:noFill/>
          <a:ln>
            <a:miter lim="800000"/>
            <a:headEnd/>
            <a:tailEnd/>
          </a:ln>
        </p:spPr>
        <p:txBody>
          <a:bodyPr/>
          <a:lstStyle/>
          <a:p>
            <a:pPr defTabSz="1019012"/>
            <a:fld id="{FEF833A5-7F05-446B-A17D-E847F7115915}" type="slidenum">
              <a:rPr lang="en-US" smtClean="0"/>
              <a:pPr defTabSz="1019012"/>
              <a:t>4</a:t>
            </a:fld>
            <a:endParaRPr lang="en-US" dirty="0" smtClean="0"/>
          </a:p>
        </p:txBody>
      </p:sp>
      <p:sp>
        <p:nvSpPr>
          <p:cNvPr id="29698" name="Rectangle 4"/>
          <p:cNvSpPr>
            <a:spLocks noGrp="1"/>
          </p:cNvSpPr>
          <p:nvPr>
            <p:ph type="title" idx="4294967295"/>
          </p:nvPr>
        </p:nvSpPr>
        <p:spPr>
          <a:xfrm>
            <a:off x="449264" y="422276"/>
            <a:ext cx="9266237" cy="714375"/>
          </a:xfrm>
        </p:spPr>
        <p:txBody>
          <a:bodyPr/>
          <a:lstStyle/>
          <a:p>
            <a:pPr>
              <a:lnSpc>
                <a:spcPct val="100000"/>
              </a:lnSpc>
            </a:pPr>
            <a:r>
              <a:rPr lang="en-US" dirty="0" smtClean="0"/>
              <a:t>What will PE&amp;PS do for me?</a:t>
            </a:r>
            <a:endParaRPr lang="en-US" sz="2500" b="0" dirty="0" smtClean="0"/>
          </a:p>
        </p:txBody>
      </p:sp>
      <p:sp>
        <p:nvSpPr>
          <p:cNvPr id="29699" name="Rectangle 5"/>
          <p:cNvSpPr>
            <a:spLocks noGrp="1"/>
          </p:cNvSpPr>
          <p:nvPr>
            <p:ph type="body" idx="4294967295"/>
          </p:nvPr>
        </p:nvSpPr>
        <p:spPr>
          <a:xfrm>
            <a:off x="465138" y="1253743"/>
            <a:ext cx="9142887" cy="6156998"/>
          </a:xfrm>
        </p:spPr>
        <p:txBody>
          <a:bodyPr/>
          <a:lstStyle/>
          <a:p>
            <a:pPr marL="0" indent="0" eaLnBrk="1" hangingPunct="1"/>
            <a:r>
              <a:rPr lang="en-US" sz="2000" dirty="0" smtClean="0"/>
              <a:t>PE&amp;PS is an effective tool to use during both the selling and delivery of a project. </a:t>
            </a:r>
          </a:p>
        </p:txBody>
      </p:sp>
      <p:grpSp>
        <p:nvGrpSpPr>
          <p:cNvPr id="2" name="Group 27"/>
          <p:cNvGrpSpPr>
            <a:grpSpLocks/>
          </p:cNvGrpSpPr>
          <p:nvPr/>
        </p:nvGrpSpPr>
        <p:grpSpPr bwMode="auto">
          <a:xfrm>
            <a:off x="473076" y="1949804"/>
            <a:ext cx="8918575" cy="4055206"/>
            <a:chOff x="455783" y="2403075"/>
            <a:chExt cx="9041221" cy="3769075"/>
          </a:xfrm>
        </p:grpSpPr>
        <p:grpSp>
          <p:nvGrpSpPr>
            <p:cNvPr id="3" name="Group 25"/>
            <p:cNvGrpSpPr>
              <a:grpSpLocks/>
            </p:cNvGrpSpPr>
            <p:nvPr/>
          </p:nvGrpSpPr>
          <p:grpSpPr bwMode="auto">
            <a:xfrm>
              <a:off x="455783" y="2403075"/>
              <a:ext cx="4123831" cy="3769075"/>
              <a:chOff x="339671" y="2403075"/>
              <a:chExt cx="4123831" cy="3769075"/>
            </a:xfrm>
          </p:grpSpPr>
          <p:sp>
            <p:nvSpPr>
              <p:cNvPr id="11" name="Text Box 10"/>
              <p:cNvSpPr txBox="1">
                <a:spLocks noChangeArrowheads="1"/>
              </p:cNvSpPr>
              <p:nvPr/>
            </p:nvSpPr>
            <p:spPr bwMode="auto">
              <a:xfrm>
                <a:off x="339671" y="2403075"/>
                <a:ext cx="4123831" cy="530650"/>
              </a:xfrm>
              <a:prstGeom prst="rect">
                <a:avLst/>
              </a:prstGeom>
              <a:solidFill>
                <a:srgbClr val="00A1DE"/>
              </a:solidFill>
              <a:ln w="12700" algn="ctr">
                <a:solidFill>
                  <a:srgbClr val="00A1DE"/>
                </a:solidFill>
                <a:miter lim="800000"/>
                <a:headEnd/>
                <a:tailEnd type="none" w="sm" len="med"/>
              </a:ln>
            </p:spPr>
            <p:txBody>
              <a:bodyPr lIns="228600" tIns="137160"/>
              <a:lstStyle/>
              <a:p>
                <a:pPr algn="ctr" defTabSz="1016935"/>
                <a:r>
                  <a:rPr lang="en-US" sz="1600" b="1" dirty="0" smtClean="0">
                    <a:solidFill>
                      <a:srgbClr val="FFFFFF"/>
                    </a:solidFill>
                  </a:rPr>
                  <a:t>Selling of projects</a:t>
                </a:r>
                <a:endParaRPr lang="en-US" sz="1600" b="1" dirty="0">
                  <a:solidFill>
                    <a:srgbClr val="FFFFFF"/>
                  </a:solidFill>
                </a:endParaRPr>
              </a:p>
            </p:txBody>
          </p:sp>
          <p:sp>
            <p:nvSpPr>
              <p:cNvPr id="12" name="Rectangle 36"/>
              <p:cNvSpPr>
                <a:spLocks noChangeArrowheads="1"/>
              </p:cNvSpPr>
              <p:nvPr/>
            </p:nvSpPr>
            <p:spPr bwMode="auto">
              <a:xfrm>
                <a:off x="343284" y="2880954"/>
                <a:ext cx="4115593" cy="3291196"/>
              </a:xfrm>
              <a:prstGeom prst="rect">
                <a:avLst/>
              </a:prstGeom>
              <a:noFill/>
              <a:ln w="12700" algn="ctr">
                <a:solidFill>
                  <a:srgbClr val="00A1DE"/>
                </a:solidFill>
                <a:miter lim="800000"/>
                <a:headEnd/>
                <a:tailEnd/>
              </a:ln>
            </p:spPr>
            <p:txBody>
              <a:bodyPr lIns="40118" tIns="40118" rIns="40118" bIns="40118"/>
              <a:lstStyle/>
              <a:p>
                <a:pPr defTabSz="1016935">
                  <a:spcAft>
                    <a:spcPts val="475"/>
                  </a:spcAft>
                </a:pPr>
                <a:endParaRPr lang="en-US" sz="1600" dirty="0">
                  <a:solidFill>
                    <a:srgbClr val="002776"/>
                  </a:solidFill>
                </a:endParaRPr>
              </a:p>
            </p:txBody>
          </p:sp>
          <p:sp>
            <p:nvSpPr>
              <p:cNvPr id="13" name="Rectangle 37"/>
              <p:cNvSpPr>
                <a:spLocks noChangeArrowheads="1"/>
              </p:cNvSpPr>
              <p:nvPr/>
            </p:nvSpPr>
            <p:spPr bwMode="auto">
              <a:xfrm>
                <a:off x="420520" y="2985359"/>
                <a:ext cx="3844722" cy="2939268"/>
              </a:xfrm>
              <a:prstGeom prst="rect">
                <a:avLst/>
              </a:prstGeom>
              <a:noFill/>
              <a:ln w="9525">
                <a:noFill/>
                <a:miter lim="800000"/>
                <a:headEnd/>
                <a:tailEnd/>
              </a:ln>
            </p:spPr>
            <p:txBody>
              <a:bodyPr>
                <a:spAutoFit/>
              </a:bodyPr>
              <a:lstStyle/>
              <a:p>
                <a:pPr marL="199896" indent="-199896" defTabSz="1016935">
                  <a:spcAft>
                    <a:spcPts val="300"/>
                  </a:spcAft>
                  <a:buFont typeface="Arial" pitchFamily="34" charset="0"/>
                  <a:buChar char="•"/>
                </a:pPr>
                <a:r>
                  <a:rPr lang="en-US" sz="1600" dirty="0" smtClean="0">
                    <a:solidFill>
                      <a:srgbClr val="002776"/>
                    </a:solidFill>
                  </a:rPr>
                  <a:t>Helps clearly articulate to our clients the basis of our estimates</a:t>
                </a:r>
              </a:p>
              <a:p>
                <a:pPr marL="199896" indent="-199896" defTabSz="1016935">
                  <a:spcAft>
                    <a:spcPts val="300"/>
                  </a:spcAft>
                  <a:buFont typeface="Arial" pitchFamily="34" charset="0"/>
                  <a:buChar char="•"/>
                </a:pPr>
                <a:r>
                  <a:rPr lang="en-US" sz="1600" dirty="0" smtClean="0">
                    <a:solidFill>
                      <a:srgbClr val="002776"/>
                    </a:solidFill>
                  </a:rPr>
                  <a:t>Creates a consistent and repeatable approach that reduces risk in project estimation because it has a standard approach for gathering estimation data and analyzing reports</a:t>
                </a:r>
              </a:p>
              <a:p>
                <a:pPr marL="199896" indent="-199896" defTabSz="1016935">
                  <a:spcAft>
                    <a:spcPts val="300"/>
                  </a:spcAft>
                  <a:buFont typeface="Arial" pitchFamily="34" charset="0"/>
                  <a:buChar char="•"/>
                </a:pPr>
                <a:r>
                  <a:rPr lang="en-US" sz="1600" dirty="0" smtClean="0">
                    <a:solidFill>
                      <a:srgbClr val="002776"/>
                    </a:solidFill>
                  </a:rPr>
                  <a:t>Links your scope to your effort, so you don’t over estimate your project</a:t>
                </a:r>
              </a:p>
              <a:p>
                <a:pPr marL="199896" indent="-199896" defTabSz="1016935">
                  <a:spcAft>
                    <a:spcPts val="300"/>
                  </a:spcAft>
                  <a:buFont typeface="Arial" pitchFamily="34" charset="0"/>
                  <a:buChar char="•"/>
                </a:pPr>
                <a:r>
                  <a:rPr lang="en-US" sz="1600" dirty="0" smtClean="0">
                    <a:solidFill>
                      <a:srgbClr val="002776"/>
                    </a:solidFill>
                  </a:rPr>
                  <a:t>Integrates with EVD methods, such as project plans, SOW (future release), pricing model, etc. </a:t>
                </a:r>
              </a:p>
            </p:txBody>
          </p:sp>
        </p:grpSp>
        <p:grpSp>
          <p:nvGrpSpPr>
            <p:cNvPr id="4" name="Group 26"/>
            <p:cNvGrpSpPr>
              <a:grpSpLocks/>
            </p:cNvGrpSpPr>
            <p:nvPr/>
          </p:nvGrpSpPr>
          <p:grpSpPr bwMode="auto">
            <a:xfrm>
              <a:off x="5381410" y="2403075"/>
              <a:ext cx="4115594" cy="3769075"/>
              <a:chOff x="5497522" y="2403075"/>
              <a:chExt cx="4115594" cy="3769075"/>
            </a:xfrm>
          </p:grpSpPr>
          <p:sp>
            <p:nvSpPr>
              <p:cNvPr id="8" name="Text Box 10"/>
              <p:cNvSpPr txBox="1">
                <a:spLocks noChangeArrowheads="1"/>
              </p:cNvSpPr>
              <p:nvPr/>
            </p:nvSpPr>
            <p:spPr bwMode="auto">
              <a:xfrm>
                <a:off x="5497522" y="2403075"/>
                <a:ext cx="4115594" cy="530650"/>
              </a:xfrm>
              <a:prstGeom prst="rect">
                <a:avLst/>
              </a:prstGeom>
              <a:solidFill>
                <a:schemeClr val="accent2"/>
              </a:solidFill>
              <a:ln w="12700" algn="ctr">
                <a:solidFill>
                  <a:schemeClr val="accent2"/>
                </a:solidFill>
                <a:miter lim="800000"/>
                <a:headEnd/>
                <a:tailEnd type="none" w="sm" len="med"/>
              </a:ln>
            </p:spPr>
            <p:txBody>
              <a:bodyPr lIns="228600" tIns="137160"/>
              <a:lstStyle/>
              <a:p>
                <a:pPr algn="ctr" defTabSz="1016935"/>
                <a:r>
                  <a:rPr lang="en-US" sz="1600" b="1" dirty="0" smtClean="0">
                    <a:solidFill>
                      <a:srgbClr val="FFFFFF"/>
                    </a:solidFill>
                  </a:rPr>
                  <a:t>Delivery of projects</a:t>
                </a:r>
                <a:endParaRPr lang="en-US" sz="1600" b="1" dirty="0">
                  <a:solidFill>
                    <a:srgbClr val="FFFFFF"/>
                  </a:solidFill>
                </a:endParaRPr>
              </a:p>
            </p:txBody>
          </p:sp>
          <p:sp>
            <p:nvSpPr>
              <p:cNvPr id="9" name="Rectangle 11"/>
              <p:cNvSpPr>
                <a:spLocks noChangeArrowheads="1"/>
              </p:cNvSpPr>
              <p:nvPr/>
            </p:nvSpPr>
            <p:spPr bwMode="auto">
              <a:xfrm>
                <a:off x="5497522" y="2880954"/>
                <a:ext cx="4115594" cy="3291196"/>
              </a:xfrm>
              <a:prstGeom prst="rect">
                <a:avLst/>
              </a:prstGeom>
              <a:noFill/>
              <a:ln w="12700" algn="ctr">
                <a:solidFill>
                  <a:schemeClr val="accent2"/>
                </a:solidFill>
                <a:miter lim="800000"/>
                <a:headEnd/>
                <a:tailEnd/>
              </a:ln>
            </p:spPr>
            <p:txBody>
              <a:bodyPr lIns="40118" tIns="40118" rIns="40118" bIns="40118"/>
              <a:lstStyle/>
              <a:p>
                <a:pPr defTabSz="1016935">
                  <a:spcAft>
                    <a:spcPts val="475"/>
                  </a:spcAft>
                </a:pPr>
                <a:endParaRPr lang="en-US" sz="1600" dirty="0">
                  <a:solidFill>
                    <a:srgbClr val="002776"/>
                  </a:solidFill>
                </a:endParaRPr>
              </a:p>
            </p:txBody>
          </p:sp>
          <p:sp>
            <p:nvSpPr>
              <p:cNvPr id="10" name="Rectangle 9"/>
              <p:cNvSpPr/>
              <p:nvPr/>
            </p:nvSpPr>
            <p:spPr>
              <a:xfrm>
                <a:off x="5609101" y="2974088"/>
                <a:ext cx="4002407" cy="2445815"/>
              </a:xfrm>
              <a:prstGeom prst="rect">
                <a:avLst/>
              </a:prstGeom>
            </p:spPr>
            <p:txBody>
              <a:bodyPr>
                <a:spAutoFit/>
              </a:bodyPr>
              <a:lstStyle/>
              <a:p>
                <a:pPr marL="200878" indent="-200878" defTabSz="1017705">
                  <a:spcAft>
                    <a:spcPts val="300"/>
                  </a:spcAft>
                  <a:buFont typeface="Arial" pitchFamily="34" charset="0"/>
                  <a:buChar char="•"/>
                  <a:defRPr/>
                </a:pPr>
                <a:r>
                  <a:rPr lang="en-US" sz="1600" dirty="0" smtClean="0">
                    <a:solidFill>
                      <a:srgbClr val="002776"/>
                    </a:solidFill>
                  </a:rPr>
                  <a:t>Repository for scope items </a:t>
                </a:r>
                <a:r>
                  <a:rPr lang="en-US" sz="1600" dirty="0" smtClean="0">
                    <a:solidFill>
                      <a:schemeClr val="tx2"/>
                    </a:solidFill>
                  </a:rPr>
                  <a:t>during a project for scope maintenance and project plan generation</a:t>
                </a:r>
                <a:endParaRPr lang="en-US" sz="1600" dirty="0" smtClean="0">
                  <a:solidFill>
                    <a:srgbClr val="002776"/>
                  </a:solidFill>
                </a:endParaRPr>
              </a:p>
              <a:p>
                <a:pPr marL="200878" indent="-200878" defTabSz="1017705">
                  <a:spcAft>
                    <a:spcPts val="300"/>
                  </a:spcAft>
                  <a:buFont typeface="Arial" pitchFamily="34" charset="0"/>
                  <a:buChar char="•"/>
                  <a:defRPr/>
                </a:pPr>
                <a:r>
                  <a:rPr lang="en-US" sz="1600" dirty="0" smtClean="0">
                    <a:solidFill>
                      <a:srgbClr val="002776"/>
                    </a:solidFill>
                  </a:rPr>
                  <a:t>Creates estimation and project planning a</a:t>
                </a:r>
                <a:r>
                  <a:rPr lang="en-US" sz="1600" dirty="0" smtClean="0">
                    <a:solidFill>
                      <a:schemeClr val="tx2"/>
                    </a:solidFill>
                  </a:rPr>
                  <a:t>t the end of a project phase to re-estimate the next phase (e.g. end of Blueprint phase to estimate the Realization phase)</a:t>
                </a:r>
                <a:endParaRPr lang="en-US" sz="1600" dirty="0" smtClean="0">
                  <a:solidFill>
                    <a:srgbClr val="002776"/>
                  </a:solidFill>
                </a:endParaRPr>
              </a:p>
              <a:p>
                <a:pPr marL="200878" indent="-200878" defTabSz="1017705">
                  <a:spcAft>
                    <a:spcPts val="300"/>
                  </a:spcAft>
                  <a:buFont typeface="Arial" pitchFamily="34" charset="0"/>
                  <a:buChar char="•"/>
                  <a:defRPr/>
                </a:pPr>
                <a:r>
                  <a:rPr lang="en-US" sz="1600" dirty="0" smtClean="0">
                    <a:solidFill>
                      <a:srgbClr val="002776"/>
                    </a:solidFill>
                  </a:rPr>
                  <a:t>Produces project plans in MS Project and integrates with PMC</a:t>
                </a:r>
              </a:p>
            </p:txBody>
          </p:sp>
        </p:grpSp>
      </p:grpSp>
      <p:sp>
        <p:nvSpPr>
          <p:cNvPr id="14" name="Rectangle 13"/>
          <p:cNvSpPr/>
          <p:nvPr/>
        </p:nvSpPr>
        <p:spPr>
          <a:xfrm>
            <a:off x="3536717" y="6290508"/>
            <a:ext cx="1233047" cy="604039"/>
          </a:xfrm>
          <a:prstGeom prst="rect">
            <a:avLst/>
          </a:prstGeom>
          <a:solidFill>
            <a:schemeClr val="tx2">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01885" tIns="50941" rIns="101885" bIns="50941" anchor="b"/>
          <a:lstStyle/>
          <a:p>
            <a:pPr marL="258249" indent="-125587">
              <a:buFont typeface="Arial" pitchFamily="34" charset="0"/>
              <a:buChar char="•"/>
              <a:defRPr/>
            </a:pPr>
            <a:endParaRPr lang="en-US" sz="1100" dirty="0">
              <a:solidFill>
                <a:schemeClr val="tx1"/>
              </a:solidFill>
            </a:endParaRPr>
          </a:p>
          <a:p>
            <a:pPr marL="258249" indent="-125587">
              <a:buFont typeface="Arial" pitchFamily="34" charset="0"/>
              <a:buChar char="•"/>
              <a:defRPr/>
            </a:pPr>
            <a:endParaRPr lang="en-US" sz="1100" dirty="0">
              <a:solidFill>
                <a:schemeClr val="tx1"/>
              </a:solidFill>
            </a:endParaRPr>
          </a:p>
          <a:p>
            <a:pPr marL="258249" indent="-125587">
              <a:buFont typeface="Arial" pitchFamily="34" charset="0"/>
              <a:buChar char="•"/>
              <a:defRPr/>
            </a:pPr>
            <a:endParaRPr lang="en-US" sz="1100" dirty="0">
              <a:solidFill>
                <a:schemeClr val="tx1"/>
              </a:solidFill>
            </a:endParaRPr>
          </a:p>
          <a:p>
            <a:pPr marL="258249" indent="-125587">
              <a:buFont typeface="Arial" pitchFamily="34" charset="0"/>
              <a:buChar char="•"/>
              <a:defRPr/>
            </a:pPr>
            <a:endParaRPr lang="en-US" sz="1100" dirty="0">
              <a:solidFill>
                <a:schemeClr val="tx1"/>
              </a:solidFill>
            </a:endParaRPr>
          </a:p>
        </p:txBody>
      </p:sp>
      <p:sp>
        <p:nvSpPr>
          <p:cNvPr id="15" name="Rectangle 14"/>
          <p:cNvSpPr/>
          <p:nvPr/>
        </p:nvSpPr>
        <p:spPr>
          <a:xfrm>
            <a:off x="2142987" y="6290508"/>
            <a:ext cx="1327360" cy="604039"/>
          </a:xfrm>
          <a:prstGeom prst="rect">
            <a:avLst/>
          </a:prstGeom>
          <a:solidFill>
            <a:srgbClr val="92D050"/>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01885" tIns="50941" rIns="101885" bIns="50941" anchor="b"/>
          <a:lstStyle/>
          <a:p>
            <a:pPr marL="640315" indent="-189264">
              <a:buFont typeface="Arial" pitchFamily="34" charset="0"/>
              <a:buChar char="•"/>
              <a:defRPr/>
            </a:pPr>
            <a:endParaRPr lang="en-US" sz="1100" dirty="0">
              <a:solidFill>
                <a:schemeClr val="tx1"/>
              </a:solidFill>
            </a:endParaRPr>
          </a:p>
        </p:txBody>
      </p:sp>
      <p:sp>
        <p:nvSpPr>
          <p:cNvPr id="16" name="AutoShape 4"/>
          <p:cNvSpPr>
            <a:spLocks noChangeArrowheads="1"/>
          </p:cNvSpPr>
          <p:nvPr/>
        </p:nvSpPr>
        <p:spPr bwMode="gray">
          <a:xfrm>
            <a:off x="3505278" y="5864018"/>
            <a:ext cx="1357050" cy="390498"/>
          </a:xfrm>
          <a:prstGeom prst="chevron">
            <a:avLst>
              <a:gd name="adj" fmla="val 36005"/>
            </a:avLst>
          </a:prstGeom>
          <a:solidFill>
            <a:schemeClr val="accent1"/>
          </a:solidFill>
          <a:ln w="12700" cap="rnd" algn="ctr">
            <a:noFill/>
            <a:miter lim="800000"/>
            <a:headEnd/>
            <a:tailEnd/>
          </a:ln>
        </p:spPr>
        <p:txBody>
          <a:bodyPr lIns="182822" tIns="45706" rIns="91411" bIns="45706" anchor="ctr" anchorCtr="1"/>
          <a:lstStyle/>
          <a:p>
            <a:pPr algn="ctr" defTabSz="914483">
              <a:lnSpc>
                <a:spcPct val="106000"/>
              </a:lnSpc>
            </a:pPr>
            <a:r>
              <a:rPr lang="en-US" sz="1000" dirty="0">
                <a:solidFill>
                  <a:schemeClr val="bg1"/>
                </a:solidFill>
              </a:rPr>
              <a:t>Project Preparation</a:t>
            </a:r>
          </a:p>
        </p:txBody>
      </p:sp>
      <p:sp>
        <p:nvSpPr>
          <p:cNvPr id="17" name="AutoShape 4"/>
          <p:cNvSpPr>
            <a:spLocks noChangeArrowheads="1"/>
          </p:cNvSpPr>
          <p:nvPr/>
        </p:nvSpPr>
        <p:spPr bwMode="gray">
          <a:xfrm>
            <a:off x="4792467" y="5864018"/>
            <a:ext cx="1241780" cy="390498"/>
          </a:xfrm>
          <a:prstGeom prst="chevron">
            <a:avLst>
              <a:gd name="adj" fmla="val 36072"/>
            </a:avLst>
          </a:prstGeom>
          <a:solidFill>
            <a:schemeClr val="accent1"/>
          </a:solidFill>
          <a:ln w="12700" cap="rnd" algn="ctr">
            <a:noFill/>
            <a:miter lim="800000"/>
            <a:headEnd/>
            <a:tailEnd/>
          </a:ln>
        </p:spPr>
        <p:txBody>
          <a:bodyPr lIns="182822" tIns="45706" rIns="91411" bIns="45706" anchor="ctr" anchorCtr="1"/>
          <a:lstStyle/>
          <a:p>
            <a:pPr algn="ctr" defTabSz="914483">
              <a:lnSpc>
                <a:spcPct val="106000"/>
              </a:lnSpc>
            </a:pPr>
            <a:r>
              <a:rPr lang="en-US" sz="1000" dirty="0">
                <a:solidFill>
                  <a:schemeClr val="bg1"/>
                </a:solidFill>
              </a:rPr>
              <a:t>Blueprint</a:t>
            </a:r>
          </a:p>
        </p:txBody>
      </p:sp>
      <p:sp>
        <p:nvSpPr>
          <p:cNvPr id="18" name="AutoShape 4"/>
          <p:cNvSpPr>
            <a:spLocks noChangeArrowheads="1"/>
          </p:cNvSpPr>
          <p:nvPr/>
        </p:nvSpPr>
        <p:spPr bwMode="gray">
          <a:xfrm>
            <a:off x="5964387" y="5864018"/>
            <a:ext cx="1241779" cy="390498"/>
          </a:xfrm>
          <a:prstGeom prst="chevron">
            <a:avLst>
              <a:gd name="adj" fmla="val 36072"/>
            </a:avLst>
          </a:prstGeom>
          <a:solidFill>
            <a:schemeClr val="accent1"/>
          </a:solidFill>
          <a:ln w="12700" cap="rnd" algn="ctr">
            <a:noFill/>
            <a:miter lim="800000"/>
            <a:headEnd/>
            <a:tailEnd/>
          </a:ln>
        </p:spPr>
        <p:txBody>
          <a:bodyPr lIns="182822" tIns="45706" rIns="91411" bIns="45706" anchor="ctr" anchorCtr="1"/>
          <a:lstStyle/>
          <a:p>
            <a:pPr algn="ctr" defTabSz="914483">
              <a:lnSpc>
                <a:spcPct val="106000"/>
              </a:lnSpc>
            </a:pPr>
            <a:r>
              <a:rPr lang="en-US" sz="1000" dirty="0">
                <a:solidFill>
                  <a:schemeClr val="bg1"/>
                </a:solidFill>
              </a:rPr>
              <a:t>Realization</a:t>
            </a:r>
          </a:p>
        </p:txBody>
      </p:sp>
      <p:sp>
        <p:nvSpPr>
          <p:cNvPr id="19" name="AutoShape 4"/>
          <p:cNvSpPr>
            <a:spLocks noChangeArrowheads="1"/>
          </p:cNvSpPr>
          <p:nvPr/>
        </p:nvSpPr>
        <p:spPr bwMode="gray">
          <a:xfrm>
            <a:off x="7136304" y="5864018"/>
            <a:ext cx="1348318" cy="390498"/>
          </a:xfrm>
          <a:prstGeom prst="chevron">
            <a:avLst>
              <a:gd name="adj" fmla="val 35988"/>
            </a:avLst>
          </a:prstGeom>
          <a:solidFill>
            <a:schemeClr val="accent1"/>
          </a:solidFill>
          <a:ln w="12700" cap="rnd" algn="ctr">
            <a:noFill/>
            <a:miter lim="800000"/>
            <a:headEnd/>
            <a:tailEnd/>
          </a:ln>
        </p:spPr>
        <p:txBody>
          <a:bodyPr lIns="182822" tIns="45706" rIns="91411" bIns="45706" anchor="ctr" anchorCtr="1"/>
          <a:lstStyle/>
          <a:p>
            <a:pPr algn="ctr" defTabSz="914483">
              <a:lnSpc>
                <a:spcPct val="106000"/>
              </a:lnSpc>
            </a:pPr>
            <a:r>
              <a:rPr lang="en-US" sz="1000" dirty="0">
                <a:solidFill>
                  <a:schemeClr val="bg1"/>
                </a:solidFill>
              </a:rPr>
              <a:t>Final Preparation</a:t>
            </a:r>
          </a:p>
        </p:txBody>
      </p:sp>
      <p:sp>
        <p:nvSpPr>
          <p:cNvPr id="20" name="AutoShape 4"/>
          <p:cNvSpPr>
            <a:spLocks noChangeArrowheads="1"/>
          </p:cNvSpPr>
          <p:nvPr/>
        </p:nvSpPr>
        <p:spPr bwMode="gray">
          <a:xfrm>
            <a:off x="8414763" y="5864018"/>
            <a:ext cx="1323866" cy="390498"/>
          </a:xfrm>
          <a:prstGeom prst="chevron">
            <a:avLst>
              <a:gd name="adj" fmla="val 36031"/>
            </a:avLst>
          </a:prstGeom>
          <a:solidFill>
            <a:schemeClr val="accent1"/>
          </a:solidFill>
          <a:ln w="12700" cap="rnd" algn="ctr">
            <a:noFill/>
            <a:miter lim="800000"/>
            <a:headEnd/>
            <a:tailEnd/>
          </a:ln>
        </p:spPr>
        <p:txBody>
          <a:bodyPr lIns="182822" tIns="45706" rIns="91411" bIns="45706" anchor="ctr" anchorCtr="1"/>
          <a:lstStyle/>
          <a:p>
            <a:pPr algn="ctr" defTabSz="914483">
              <a:lnSpc>
                <a:spcPct val="106000"/>
              </a:lnSpc>
            </a:pPr>
            <a:r>
              <a:rPr lang="en-US" sz="1000" dirty="0">
                <a:solidFill>
                  <a:schemeClr val="bg1"/>
                </a:solidFill>
              </a:rPr>
              <a:t>Go Live and Support</a:t>
            </a:r>
          </a:p>
        </p:txBody>
      </p:sp>
      <p:sp>
        <p:nvSpPr>
          <p:cNvPr id="21" name="Rectangle 17"/>
          <p:cNvSpPr>
            <a:spLocks noChangeArrowheads="1"/>
          </p:cNvSpPr>
          <p:nvPr/>
        </p:nvSpPr>
        <p:spPr bwMode="auto">
          <a:xfrm>
            <a:off x="469994" y="6478213"/>
            <a:ext cx="1933403" cy="226741"/>
          </a:xfrm>
          <a:prstGeom prst="rect">
            <a:avLst/>
          </a:prstGeom>
          <a:noFill/>
          <a:ln w="25400" algn="ctr">
            <a:noFill/>
            <a:miter lim="800000"/>
            <a:headEnd/>
            <a:tailEnd/>
          </a:ln>
        </p:spPr>
        <p:txBody>
          <a:bodyPr lIns="91411" tIns="45706" rIns="91411" bIns="45706"/>
          <a:lstStyle/>
          <a:p>
            <a:pPr defTabSz="914483"/>
            <a:r>
              <a:rPr lang="en-US" sz="1100" b="1" dirty="0" smtClean="0">
                <a:solidFill>
                  <a:schemeClr val="tx2"/>
                </a:solidFill>
              </a:rPr>
              <a:t>PE&amp;PS</a:t>
            </a:r>
            <a:endParaRPr lang="en-US" sz="1100" b="1" dirty="0">
              <a:solidFill>
                <a:schemeClr val="tx2"/>
              </a:solidFill>
            </a:endParaRPr>
          </a:p>
        </p:txBody>
      </p:sp>
      <p:sp>
        <p:nvSpPr>
          <p:cNvPr id="22" name="AutoShape 4"/>
          <p:cNvSpPr>
            <a:spLocks noChangeArrowheads="1"/>
          </p:cNvSpPr>
          <p:nvPr/>
        </p:nvSpPr>
        <p:spPr bwMode="gray">
          <a:xfrm>
            <a:off x="2092338" y="5864018"/>
            <a:ext cx="1488040" cy="390498"/>
          </a:xfrm>
          <a:prstGeom prst="chevron">
            <a:avLst>
              <a:gd name="adj" fmla="val 36009"/>
            </a:avLst>
          </a:prstGeom>
          <a:solidFill>
            <a:srgbClr val="4D8E12"/>
          </a:solidFill>
          <a:ln w="12700" cap="rnd" algn="ctr">
            <a:noFill/>
            <a:miter lim="800000"/>
            <a:headEnd/>
            <a:tailEnd/>
          </a:ln>
        </p:spPr>
        <p:txBody>
          <a:bodyPr lIns="182822" tIns="45706" rIns="91411" bIns="45706" anchor="ctr" anchorCtr="1"/>
          <a:lstStyle/>
          <a:p>
            <a:pPr algn="ctr" defTabSz="914483">
              <a:lnSpc>
                <a:spcPct val="106000"/>
              </a:lnSpc>
            </a:pPr>
            <a:r>
              <a:rPr lang="en-US" sz="1000" dirty="0">
                <a:solidFill>
                  <a:schemeClr val="bg1"/>
                </a:solidFill>
              </a:rPr>
              <a:t>Proposal</a:t>
            </a:r>
          </a:p>
        </p:txBody>
      </p:sp>
      <p:sp>
        <p:nvSpPr>
          <p:cNvPr id="23" name="Rectangle 22"/>
          <p:cNvSpPr/>
          <p:nvPr/>
        </p:nvSpPr>
        <p:spPr>
          <a:xfrm>
            <a:off x="4834385" y="6274312"/>
            <a:ext cx="1093325" cy="604038"/>
          </a:xfrm>
          <a:prstGeom prst="rect">
            <a:avLst/>
          </a:prstGeom>
          <a:solidFill>
            <a:schemeClr val="tx2">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01885" tIns="50941" rIns="101885" bIns="50941" anchor="b"/>
          <a:lstStyle/>
          <a:p>
            <a:pPr marL="258249" indent="-125587">
              <a:buFont typeface="Arial" pitchFamily="34" charset="0"/>
              <a:buChar char="•"/>
              <a:defRPr/>
            </a:pPr>
            <a:endParaRPr lang="en-US" sz="1100" dirty="0">
              <a:solidFill>
                <a:schemeClr val="tx1"/>
              </a:solidFill>
            </a:endParaRPr>
          </a:p>
          <a:p>
            <a:pPr marL="258249" indent="-125587">
              <a:buFont typeface="Arial" pitchFamily="34" charset="0"/>
              <a:buChar char="•"/>
              <a:defRPr/>
            </a:pPr>
            <a:endParaRPr lang="en-US" sz="1100" dirty="0">
              <a:solidFill>
                <a:schemeClr val="tx1"/>
              </a:solidFill>
            </a:endParaRPr>
          </a:p>
          <a:p>
            <a:pPr marL="258249" indent="-125587">
              <a:buFont typeface="Arial" pitchFamily="34" charset="0"/>
              <a:buChar char="•"/>
              <a:defRPr/>
            </a:pPr>
            <a:endParaRPr lang="en-US" sz="1100" dirty="0">
              <a:solidFill>
                <a:schemeClr val="tx1"/>
              </a:solidFill>
            </a:endParaRPr>
          </a:p>
          <a:p>
            <a:pPr marL="258249" indent="-125587">
              <a:buFont typeface="Arial" pitchFamily="34" charset="0"/>
              <a:buChar char="•"/>
              <a:defRPr/>
            </a:pPr>
            <a:endParaRPr lang="en-US" sz="1100" dirty="0">
              <a:solidFill>
                <a:schemeClr val="tx1"/>
              </a:solidFill>
            </a:endParaRPr>
          </a:p>
        </p:txBody>
      </p:sp>
      <p:sp>
        <p:nvSpPr>
          <p:cNvPr id="24" name="Rectangle 23"/>
          <p:cNvSpPr/>
          <p:nvPr/>
        </p:nvSpPr>
        <p:spPr>
          <a:xfrm>
            <a:off x="5992332" y="6286909"/>
            <a:ext cx="1091578" cy="603146"/>
          </a:xfrm>
          <a:prstGeom prst="rect">
            <a:avLst/>
          </a:prstGeom>
          <a:solidFill>
            <a:schemeClr val="tx2">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01885" tIns="50941" rIns="101885" bIns="50941" anchor="b"/>
          <a:lstStyle/>
          <a:p>
            <a:pPr marL="258249" indent="-125587">
              <a:buFont typeface="Arial" pitchFamily="34" charset="0"/>
              <a:buChar char="•"/>
              <a:defRPr/>
            </a:pPr>
            <a:endParaRPr lang="en-US" sz="1100" dirty="0">
              <a:solidFill>
                <a:schemeClr val="tx1"/>
              </a:solidFill>
            </a:endParaRPr>
          </a:p>
          <a:p>
            <a:pPr marL="258249" indent="-125587">
              <a:buFont typeface="Arial" pitchFamily="34" charset="0"/>
              <a:buChar char="•"/>
              <a:defRPr/>
            </a:pPr>
            <a:endParaRPr lang="en-US" sz="1100" dirty="0">
              <a:solidFill>
                <a:schemeClr val="tx1"/>
              </a:solidFill>
            </a:endParaRPr>
          </a:p>
          <a:p>
            <a:pPr marL="258249" indent="-125587">
              <a:buFont typeface="Arial" pitchFamily="34" charset="0"/>
              <a:buChar char="•"/>
              <a:defRPr/>
            </a:pPr>
            <a:endParaRPr lang="en-US" sz="1100" dirty="0">
              <a:solidFill>
                <a:schemeClr val="tx1"/>
              </a:solidFill>
            </a:endParaRPr>
          </a:p>
          <a:p>
            <a:pPr marL="258249" indent="-125587">
              <a:buFont typeface="Arial" pitchFamily="34" charset="0"/>
              <a:buChar char="•"/>
              <a:defRPr/>
            </a:pPr>
            <a:endParaRPr lang="en-US" sz="1100" dirty="0">
              <a:solidFill>
                <a:schemeClr val="tx1"/>
              </a:solidFill>
            </a:endParaRPr>
          </a:p>
        </p:txBody>
      </p:sp>
      <p:sp>
        <p:nvSpPr>
          <p:cNvPr id="25" name="Rectangle 24"/>
          <p:cNvSpPr/>
          <p:nvPr/>
        </p:nvSpPr>
        <p:spPr>
          <a:xfrm>
            <a:off x="7150278" y="6286909"/>
            <a:ext cx="1198117" cy="603146"/>
          </a:xfrm>
          <a:prstGeom prst="rect">
            <a:avLst/>
          </a:prstGeom>
          <a:solidFill>
            <a:schemeClr val="tx2">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01885" tIns="50941" rIns="101885" bIns="50941" anchor="b"/>
          <a:lstStyle/>
          <a:p>
            <a:pPr marL="258249" indent="-125587">
              <a:buFont typeface="Arial" pitchFamily="34" charset="0"/>
              <a:buChar char="•"/>
              <a:defRPr/>
            </a:pPr>
            <a:endParaRPr lang="en-US" sz="1100" dirty="0">
              <a:solidFill>
                <a:schemeClr val="tx1"/>
              </a:solidFill>
            </a:endParaRPr>
          </a:p>
          <a:p>
            <a:pPr marL="258249" indent="-125587">
              <a:buFont typeface="Arial" pitchFamily="34" charset="0"/>
              <a:buChar char="•"/>
              <a:defRPr/>
            </a:pPr>
            <a:endParaRPr lang="en-US" sz="1100" dirty="0">
              <a:solidFill>
                <a:schemeClr val="tx1"/>
              </a:solidFill>
            </a:endParaRPr>
          </a:p>
          <a:p>
            <a:pPr marL="258249" indent="-125587">
              <a:buFont typeface="Arial" pitchFamily="34" charset="0"/>
              <a:buChar char="•"/>
              <a:defRPr/>
            </a:pPr>
            <a:endParaRPr lang="en-US" sz="1100" dirty="0">
              <a:solidFill>
                <a:schemeClr val="tx1"/>
              </a:solidFill>
            </a:endParaRPr>
          </a:p>
          <a:p>
            <a:pPr marL="258249" indent="-125587">
              <a:buFont typeface="Arial" pitchFamily="34" charset="0"/>
              <a:buChar char="•"/>
              <a:defRPr/>
            </a:pPr>
            <a:endParaRPr lang="en-US" sz="1100" dirty="0">
              <a:solidFill>
                <a:schemeClr val="tx1"/>
              </a:solidFill>
            </a:endParaRPr>
          </a:p>
        </p:txBody>
      </p:sp>
      <p:sp>
        <p:nvSpPr>
          <p:cNvPr id="26" name="Rectangle 25"/>
          <p:cNvSpPr/>
          <p:nvPr/>
        </p:nvSpPr>
        <p:spPr>
          <a:xfrm>
            <a:off x="8413016" y="6286909"/>
            <a:ext cx="1147467" cy="603146"/>
          </a:xfrm>
          <a:prstGeom prst="rect">
            <a:avLst/>
          </a:prstGeom>
          <a:solidFill>
            <a:schemeClr val="tx2">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01885" tIns="50941" rIns="101885" bIns="50941" anchor="b"/>
          <a:lstStyle/>
          <a:p>
            <a:pPr marL="258249" indent="-125587">
              <a:buFont typeface="Arial" pitchFamily="34" charset="0"/>
              <a:buChar char="•"/>
              <a:defRPr/>
            </a:pPr>
            <a:endParaRPr lang="en-US" sz="1100" dirty="0">
              <a:solidFill>
                <a:schemeClr val="tx1"/>
              </a:solidFill>
            </a:endParaRPr>
          </a:p>
          <a:p>
            <a:pPr marL="258249" indent="-125587">
              <a:buFont typeface="Arial" pitchFamily="34" charset="0"/>
              <a:buChar char="•"/>
              <a:defRPr/>
            </a:pPr>
            <a:endParaRPr lang="en-US" sz="1100" dirty="0">
              <a:solidFill>
                <a:schemeClr val="tx1"/>
              </a:solidFill>
            </a:endParaRPr>
          </a:p>
          <a:p>
            <a:pPr marL="258249" indent="-125587">
              <a:buFont typeface="Arial" pitchFamily="34" charset="0"/>
              <a:buChar char="•"/>
              <a:defRPr/>
            </a:pPr>
            <a:endParaRPr lang="en-US" sz="1100" dirty="0">
              <a:solidFill>
                <a:schemeClr val="tx1"/>
              </a:solidFill>
            </a:endParaRPr>
          </a:p>
          <a:p>
            <a:pPr marL="258249" indent="-125587">
              <a:buFont typeface="Arial" pitchFamily="34" charset="0"/>
              <a:buChar char="•"/>
              <a:defRPr/>
            </a:pPr>
            <a:endParaRPr lang="en-US" sz="1100" dirty="0">
              <a:solidFill>
                <a:schemeClr val="tx1"/>
              </a:solidFill>
            </a:endParaRPr>
          </a:p>
        </p:txBody>
      </p:sp>
      <p:sp>
        <p:nvSpPr>
          <p:cNvPr id="27" name="Rectangle 26"/>
          <p:cNvSpPr/>
          <p:nvPr/>
        </p:nvSpPr>
        <p:spPr>
          <a:xfrm>
            <a:off x="477673" y="6279710"/>
            <a:ext cx="9102022" cy="6022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101885" tIns="50941" rIns="101885" bIns="50941" anchor="ctr"/>
          <a:lstStyle/>
          <a:p>
            <a:pPr algn="ctr">
              <a:defRPr/>
            </a:pPr>
            <a:endParaRPr lang="en-US" dirty="0"/>
          </a:p>
        </p:txBody>
      </p:sp>
      <p:sp>
        <p:nvSpPr>
          <p:cNvPr id="28" name="Diamond 27"/>
          <p:cNvSpPr/>
          <p:nvPr/>
        </p:nvSpPr>
        <p:spPr>
          <a:xfrm>
            <a:off x="3177537" y="6420037"/>
            <a:ext cx="200850" cy="268130"/>
          </a:xfrm>
          <a:prstGeom prst="diamond">
            <a:avLst/>
          </a:prstGeom>
          <a:solidFill>
            <a:srgbClr val="00A1DE"/>
          </a:solidFill>
          <a:ln w="12700" algn="ctr">
            <a:solidFill>
              <a:srgbClr val="00A1DE"/>
            </a:solidFill>
            <a:miter lim="800000"/>
            <a:headEnd/>
            <a:tailEnd type="none" w="sm" len="med"/>
          </a:ln>
        </p:spPr>
        <p:txBody>
          <a:bodyPr lIns="228563" tIns="137138" rIns="91425" bIns="45713"/>
          <a:lstStyle/>
          <a:p>
            <a:pPr algn="ctr" defTabSz="1016935">
              <a:defRPr/>
            </a:pPr>
            <a:endParaRPr lang="en-US" sz="1600" b="1" dirty="0">
              <a:solidFill>
                <a:srgbClr val="FFFFFF"/>
              </a:solidFill>
            </a:endParaRPr>
          </a:p>
        </p:txBody>
      </p:sp>
      <p:sp>
        <p:nvSpPr>
          <p:cNvPr id="29" name="Diamond 28"/>
          <p:cNvSpPr/>
          <p:nvPr/>
        </p:nvSpPr>
        <p:spPr>
          <a:xfrm>
            <a:off x="4483441" y="6420037"/>
            <a:ext cx="200851" cy="268130"/>
          </a:xfrm>
          <a:prstGeom prst="diamond">
            <a:avLst/>
          </a:prstGeom>
          <a:solidFill>
            <a:schemeClr val="accent2"/>
          </a:solidFill>
          <a:ln w="12700" algn="ctr">
            <a:solidFill>
              <a:schemeClr val="accent2"/>
            </a:solidFill>
            <a:miter lim="800000"/>
            <a:headEnd/>
            <a:tailEnd type="none" w="sm" len="med"/>
          </a:ln>
        </p:spPr>
        <p:txBody>
          <a:bodyPr lIns="228563" tIns="137138" rIns="91425" bIns="45713"/>
          <a:lstStyle/>
          <a:p>
            <a:pPr algn="ctr" defTabSz="1016935">
              <a:defRPr/>
            </a:pPr>
            <a:endParaRPr lang="en-US" sz="1600" b="1" dirty="0">
              <a:solidFill>
                <a:srgbClr val="FFFFFF"/>
              </a:solidFill>
            </a:endParaRPr>
          </a:p>
        </p:txBody>
      </p:sp>
      <p:sp>
        <p:nvSpPr>
          <p:cNvPr id="30" name="Diamond 29"/>
          <p:cNvSpPr/>
          <p:nvPr/>
        </p:nvSpPr>
        <p:spPr>
          <a:xfrm>
            <a:off x="5653313" y="6420037"/>
            <a:ext cx="200851" cy="268130"/>
          </a:xfrm>
          <a:prstGeom prst="diamond">
            <a:avLst/>
          </a:prstGeom>
          <a:solidFill>
            <a:schemeClr val="accent2"/>
          </a:solidFill>
          <a:ln w="12700" algn="ctr">
            <a:solidFill>
              <a:schemeClr val="accent2"/>
            </a:solidFill>
            <a:miter lim="800000"/>
            <a:headEnd/>
            <a:tailEnd type="none" w="sm" len="med"/>
          </a:ln>
        </p:spPr>
        <p:txBody>
          <a:bodyPr lIns="228563" tIns="137138" rIns="91425" bIns="45713"/>
          <a:lstStyle/>
          <a:p>
            <a:pPr algn="ctr" defTabSz="1016935">
              <a:defRPr/>
            </a:pPr>
            <a:endParaRPr lang="en-US" sz="1600" b="1" dirty="0">
              <a:solidFill>
                <a:srgbClr val="FFFFFF"/>
              </a:solidFill>
            </a:endParaRPr>
          </a:p>
        </p:txBody>
      </p:sp>
      <p:sp>
        <p:nvSpPr>
          <p:cNvPr id="31" name="TextBox 46"/>
          <p:cNvSpPr txBox="1">
            <a:spLocks noChangeArrowheads="1"/>
          </p:cNvSpPr>
          <p:nvPr/>
        </p:nvSpPr>
        <p:spPr bwMode="auto">
          <a:xfrm>
            <a:off x="1364778" y="6291926"/>
            <a:ext cx="1901697" cy="564542"/>
          </a:xfrm>
          <a:prstGeom prst="rect">
            <a:avLst/>
          </a:prstGeom>
          <a:noFill/>
          <a:ln w="9525">
            <a:noFill/>
            <a:miter lim="800000"/>
            <a:headEnd/>
            <a:tailEnd/>
          </a:ln>
        </p:spPr>
        <p:txBody>
          <a:bodyPr wrap="square" lIns="101885" tIns="50941" rIns="101885" bIns="50941">
            <a:spAutoFit/>
          </a:bodyPr>
          <a:lstStyle/>
          <a:p>
            <a:r>
              <a:rPr lang="en-US" sz="1000" dirty="0">
                <a:solidFill>
                  <a:schemeClr val="tx2"/>
                </a:solidFill>
              </a:rPr>
              <a:t>During the </a:t>
            </a:r>
            <a:r>
              <a:rPr lang="en-US" sz="1000" dirty="0" smtClean="0">
                <a:solidFill>
                  <a:schemeClr val="tx2"/>
                </a:solidFill>
              </a:rPr>
              <a:t>Proposal phase</a:t>
            </a:r>
            <a:r>
              <a:rPr lang="en-US" sz="1000" dirty="0">
                <a:solidFill>
                  <a:schemeClr val="tx2"/>
                </a:solidFill>
              </a:rPr>
              <a:t>, you are estimating costs for the entire program</a:t>
            </a:r>
          </a:p>
        </p:txBody>
      </p:sp>
      <p:sp>
        <p:nvSpPr>
          <p:cNvPr id="32" name="TextBox 49"/>
          <p:cNvSpPr txBox="1">
            <a:spLocks noChangeArrowheads="1"/>
          </p:cNvSpPr>
          <p:nvPr/>
        </p:nvSpPr>
        <p:spPr bwMode="auto">
          <a:xfrm>
            <a:off x="7218250" y="6289932"/>
            <a:ext cx="2217769" cy="575641"/>
          </a:xfrm>
          <a:prstGeom prst="rect">
            <a:avLst/>
          </a:prstGeom>
          <a:noFill/>
          <a:ln w="9525">
            <a:noFill/>
            <a:miter lim="800000"/>
            <a:headEnd/>
            <a:tailEnd/>
          </a:ln>
        </p:spPr>
        <p:txBody>
          <a:bodyPr wrap="square" lIns="101885" tIns="50941" rIns="101885" bIns="50941">
            <a:spAutoFit/>
          </a:bodyPr>
          <a:lstStyle/>
          <a:p>
            <a:r>
              <a:rPr lang="en-US" sz="1000" dirty="0">
                <a:solidFill>
                  <a:schemeClr val="tx2"/>
                </a:solidFill>
              </a:rPr>
              <a:t>Parametric estimating beyond Realization would be focused on future releases</a:t>
            </a:r>
          </a:p>
        </p:txBody>
      </p:sp>
      <p:sp>
        <p:nvSpPr>
          <p:cNvPr id="33" name="Diamond 32"/>
          <p:cNvSpPr/>
          <p:nvPr/>
        </p:nvSpPr>
        <p:spPr>
          <a:xfrm>
            <a:off x="6826979" y="6430834"/>
            <a:ext cx="200851" cy="268130"/>
          </a:xfrm>
          <a:prstGeom prst="diamond">
            <a:avLst/>
          </a:prstGeom>
          <a:solidFill>
            <a:schemeClr val="accent2"/>
          </a:solidFill>
          <a:ln w="12700" algn="ctr">
            <a:solidFill>
              <a:schemeClr val="accent2"/>
            </a:solidFill>
            <a:miter lim="800000"/>
            <a:headEnd/>
            <a:tailEnd type="none" w="sm" len="med"/>
          </a:ln>
        </p:spPr>
        <p:txBody>
          <a:bodyPr lIns="228563" tIns="137138" rIns="91425" bIns="45713"/>
          <a:lstStyle/>
          <a:p>
            <a:pPr algn="ctr" defTabSz="1016935">
              <a:defRPr/>
            </a:pPr>
            <a:endParaRPr lang="en-US" sz="1600" b="1" dirty="0">
              <a:solidFill>
                <a:srgbClr val="FFFFFF"/>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3"/>
          <p:cNvSpPr>
            <a:spLocks noGrp="1" noChangeArrowheads="1"/>
          </p:cNvSpPr>
          <p:nvPr>
            <p:ph type="title"/>
          </p:nvPr>
        </p:nvSpPr>
        <p:spPr>
          <a:xfrm>
            <a:off x="422277" y="430215"/>
            <a:ext cx="8762667" cy="714375"/>
          </a:xfrm>
        </p:spPr>
        <p:txBody>
          <a:bodyPr/>
          <a:lstStyle/>
          <a:p>
            <a:pPr eaLnBrk="1" hangingPunct="1"/>
            <a:r>
              <a:rPr lang="en-US" dirty="0" smtClean="0"/>
              <a:t>PE&amp;PS Roles</a:t>
            </a:r>
          </a:p>
        </p:txBody>
      </p:sp>
      <p:sp>
        <p:nvSpPr>
          <p:cNvPr id="4" name="Slide Number Placeholder 9"/>
          <p:cNvSpPr>
            <a:spLocks noGrp="1"/>
          </p:cNvSpPr>
          <p:nvPr>
            <p:ph type="sldNum" sz="quarter" idx="10"/>
          </p:nvPr>
        </p:nvSpPr>
        <p:spPr/>
        <p:txBody>
          <a:bodyPr/>
          <a:lstStyle/>
          <a:p>
            <a:fld id="{103D9B07-89DA-405D-8724-F6884D068823}" type="slidenum">
              <a:rPr lang="en-US"/>
              <a:pPr/>
              <a:t>5</a:t>
            </a:fld>
            <a:endParaRPr lang="en-US" dirty="0"/>
          </a:p>
        </p:txBody>
      </p:sp>
      <p:sp>
        <p:nvSpPr>
          <p:cNvPr id="7" name="SHP_217"/>
          <p:cNvSpPr txBox="1">
            <a:spLocks noChangeArrowheads="1"/>
          </p:cNvSpPr>
          <p:nvPr/>
        </p:nvSpPr>
        <p:spPr bwMode="auto">
          <a:xfrm>
            <a:off x="395361" y="1255603"/>
            <a:ext cx="9174163" cy="668739"/>
          </a:xfrm>
          <a:prstGeom prst="rect">
            <a:avLst/>
          </a:prstGeom>
          <a:noFill/>
          <a:ln w="9525">
            <a:noFill/>
            <a:miter lim="800000"/>
            <a:headEnd/>
            <a:tailEnd/>
          </a:ln>
        </p:spPr>
        <p:txBody>
          <a:bodyPr lIns="0" tIns="0" rIns="0" bIns="0"/>
          <a:lstStyle/>
          <a:p>
            <a:pPr defTabSz="1018685"/>
            <a:r>
              <a:rPr lang="en-US" sz="2500" dirty="0" smtClean="0">
                <a:solidFill>
                  <a:schemeClr val="tx2"/>
                </a:solidFill>
              </a:rPr>
              <a:t>All U.S. Deloitte employees will have access to the PE&amp;PS application and will be assigned one of the following security roles:</a:t>
            </a:r>
            <a:endParaRPr lang="en-US" sz="2500" i="1" dirty="0">
              <a:solidFill>
                <a:schemeClr val="tx2"/>
              </a:solidFill>
            </a:endParaRPr>
          </a:p>
        </p:txBody>
      </p:sp>
      <p:sp>
        <p:nvSpPr>
          <p:cNvPr id="11" name="Down Arrow 10"/>
          <p:cNvSpPr/>
          <p:nvPr/>
        </p:nvSpPr>
        <p:spPr>
          <a:xfrm>
            <a:off x="928050" y="3944207"/>
            <a:ext cx="627796" cy="133747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25" tIns="45713" rIns="91425" bIns="45713" rtlCol="0" anchor="ctr"/>
          <a:lstStyle/>
          <a:p>
            <a:pPr algn="ctr"/>
            <a:endParaRPr lang="en-US"/>
          </a:p>
        </p:txBody>
      </p:sp>
      <p:sp>
        <p:nvSpPr>
          <p:cNvPr id="12" name="Rectangle 11"/>
          <p:cNvSpPr/>
          <p:nvPr/>
        </p:nvSpPr>
        <p:spPr>
          <a:xfrm>
            <a:off x="2064214" y="3812181"/>
            <a:ext cx="6970604" cy="1376057"/>
          </a:xfrm>
          <a:prstGeom prst="rect">
            <a:avLst/>
          </a:prstGeom>
        </p:spPr>
        <p:txBody>
          <a:bodyPr wrap="square" lIns="91425" tIns="45713" rIns="91425" bIns="45713">
            <a:spAutoFit/>
          </a:bodyPr>
          <a:lstStyle/>
          <a:p>
            <a:pPr marL="401574" lvl="1" indent="-204755" defTabSz="1019012">
              <a:spcAft>
                <a:spcPct val="25000"/>
              </a:spcAft>
              <a:buFontTx/>
              <a:buChar char="•"/>
            </a:pPr>
            <a:r>
              <a:rPr lang="en-US" sz="1600" dirty="0" smtClean="0">
                <a:solidFill>
                  <a:schemeClr val="tx2"/>
                </a:solidFill>
              </a:rPr>
              <a:t>Project Creators can give other Deloitte team members access to their projects. Typically, they will give access to consultants assisting them on proposals or in a PMO.</a:t>
            </a:r>
          </a:p>
          <a:p>
            <a:pPr marL="401574" lvl="1" indent="-204755" defTabSz="1019012">
              <a:spcAft>
                <a:spcPct val="25000"/>
              </a:spcAft>
              <a:buFontTx/>
              <a:buChar char="•"/>
            </a:pPr>
            <a:r>
              <a:rPr lang="en-US" sz="1600" dirty="0" smtClean="0">
                <a:solidFill>
                  <a:schemeClr val="tx2"/>
                </a:solidFill>
              </a:rPr>
              <a:t>They can grant Update Access, View Access, or No Access for each module (Scope, Schedule, Cost, etc.)</a:t>
            </a:r>
          </a:p>
        </p:txBody>
      </p:sp>
      <p:sp>
        <p:nvSpPr>
          <p:cNvPr id="13" name="Rectangle 12"/>
          <p:cNvSpPr/>
          <p:nvPr/>
        </p:nvSpPr>
        <p:spPr>
          <a:xfrm>
            <a:off x="2064220" y="2607414"/>
            <a:ext cx="6834120" cy="1138759"/>
          </a:xfrm>
          <a:prstGeom prst="rect">
            <a:avLst/>
          </a:prstGeom>
          <a:ln>
            <a:solidFill>
              <a:srgbClr val="002076"/>
            </a:solidFill>
          </a:ln>
        </p:spPr>
        <p:txBody>
          <a:bodyPr wrap="square" lIns="91425" tIns="45713" rIns="91425" bIns="45713">
            <a:spAutoFit/>
          </a:bodyPr>
          <a:lstStyle/>
          <a:p>
            <a:pPr marL="401574" lvl="1" indent="-204755" defTabSz="1019012">
              <a:spcAft>
                <a:spcPct val="25000"/>
              </a:spcAft>
              <a:buFontTx/>
              <a:buChar char="•"/>
            </a:pPr>
            <a:r>
              <a:rPr lang="en-US" sz="1600" dirty="0" smtClean="0">
                <a:solidFill>
                  <a:schemeClr val="tx2"/>
                </a:solidFill>
              </a:rPr>
              <a:t>Deloitte Senior Managers, Specialist Leaders, Directors, or Principals who have completed the required PE&amp;PS training and finished one estimate will be granted ‘Certified Estimators’</a:t>
            </a:r>
          </a:p>
          <a:p>
            <a:pPr marL="401574" lvl="1" indent="-204755" defTabSz="1019012">
              <a:spcAft>
                <a:spcPct val="25000"/>
              </a:spcAft>
              <a:buFontTx/>
              <a:buChar char="•"/>
            </a:pPr>
            <a:r>
              <a:rPr lang="en-US" sz="1600" dirty="0" smtClean="0">
                <a:solidFill>
                  <a:schemeClr val="tx2"/>
                </a:solidFill>
              </a:rPr>
              <a:t>Can create projects (estimates) and new versions</a:t>
            </a:r>
          </a:p>
        </p:txBody>
      </p:sp>
      <p:sp>
        <p:nvSpPr>
          <p:cNvPr id="15" name="Rectangle 14"/>
          <p:cNvSpPr/>
          <p:nvPr/>
        </p:nvSpPr>
        <p:spPr>
          <a:xfrm>
            <a:off x="423082" y="2606729"/>
            <a:ext cx="1637731" cy="11327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25" tIns="45713" rIns="91425" bIns="45713" rtlCol="0" anchor="ctr"/>
          <a:lstStyle/>
          <a:p>
            <a:pPr algn="ctr"/>
            <a:r>
              <a:rPr lang="en-US" dirty="0" smtClean="0"/>
              <a:t>Project Creator</a:t>
            </a:r>
            <a:endParaRPr lang="en-US" dirty="0"/>
          </a:p>
        </p:txBody>
      </p:sp>
      <p:sp>
        <p:nvSpPr>
          <p:cNvPr id="16" name="Rectangle 15"/>
          <p:cNvSpPr/>
          <p:nvPr/>
        </p:nvSpPr>
        <p:spPr>
          <a:xfrm>
            <a:off x="2077867" y="5524292"/>
            <a:ext cx="6738587" cy="1754312"/>
          </a:xfrm>
          <a:prstGeom prst="rect">
            <a:avLst/>
          </a:prstGeom>
          <a:ln>
            <a:solidFill>
              <a:srgbClr val="002076"/>
            </a:solidFill>
          </a:ln>
        </p:spPr>
        <p:txBody>
          <a:bodyPr wrap="square" lIns="91425" tIns="45713" rIns="91425" bIns="45713">
            <a:spAutoFit/>
          </a:bodyPr>
          <a:lstStyle/>
          <a:p>
            <a:pPr marL="401574" lvl="1" indent="-204755" defTabSz="1019012">
              <a:spcAft>
                <a:spcPct val="25000"/>
              </a:spcAft>
              <a:buFontTx/>
              <a:buChar char="•"/>
            </a:pPr>
            <a:r>
              <a:rPr lang="en-US" sz="1600" dirty="0" smtClean="0">
                <a:solidFill>
                  <a:schemeClr val="tx2"/>
                </a:solidFill>
              </a:rPr>
              <a:t>Deloitte project or pursuit team members</a:t>
            </a:r>
          </a:p>
          <a:p>
            <a:pPr marL="401574" lvl="1" indent="-204755" defTabSz="1019012">
              <a:spcAft>
                <a:spcPct val="25000"/>
              </a:spcAft>
              <a:buFontTx/>
              <a:buChar char="•"/>
            </a:pPr>
            <a:r>
              <a:rPr lang="en-US" sz="1600" dirty="0" smtClean="0">
                <a:solidFill>
                  <a:schemeClr val="tx2"/>
                </a:solidFill>
              </a:rPr>
              <a:t>Cannot create projects</a:t>
            </a:r>
          </a:p>
          <a:p>
            <a:pPr marL="401574" lvl="1" indent="-204755" defTabSz="1019012">
              <a:spcAft>
                <a:spcPct val="25000"/>
              </a:spcAft>
              <a:buFontTx/>
              <a:buChar char="•"/>
            </a:pPr>
            <a:r>
              <a:rPr lang="en-US" sz="1600" dirty="0" smtClean="0">
                <a:solidFill>
                  <a:schemeClr val="tx2"/>
                </a:solidFill>
              </a:rPr>
              <a:t>Can only view projects where access has been given; actions performed will be mostly around scope setting</a:t>
            </a:r>
          </a:p>
          <a:p>
            <a:pPr marL="401574" lvl="1" indent="-204755" defTabSz="1019012">
              <a:spcAft>
                <a:spcPct val="25000"/>
              </a:spcAft>
              <a:buFontTx/>
              <a:buChar char="•"/>
            </a:pPr>
            <a:r>
              <a:rPr lang="en-US" sz="1600" dirty="0" smtClean="0">
                <a:solidFill>
                  <a:schemeClr val="tx2"/>
                </a:solidFill>
              </a:rPr>
              <a:t>These users will have access to training materials for on the job training as needed</a:t>
            </a:r>
          </a:p>
        </p:txBody>
      </p:sp>
      <p:sp>
        <p:nvSpPr>
          <p:cNvPr id="17" name="Rectangle 16"/>
          <p:cNvSpPr/>
          <p:nvPr/>
        </p:nvSpPr>
        <p:spPr>
          <a:xfrm>
            <a:off x="425354" y="5520906"/>
            <a:ext cx="1637731" cy="17533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25" tIns="45713" rIns="91425" bIns="45713" rtlCol="0" anchor="ctr"/>
          <a:lstStyle/>
          <a:p>
            <a:pPr algn="ctr"/>
            <a:r>
              <a:rPr lang="en-US" dirty="0" smtClean="0"/>
              <a:t>Project Participant</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3"/>
          <p:cNvSpPr>
            <a:spLocks noGrp="1" noChangeArrowheads="1"/>
          </p:cNvSpPr>
          <p:nvPr>
            <p:ph type="title"/>
          </p:nvPr>
        </p:nvSpPr>
        <p:spPr>
          <a:xfrm>
            <a:off x="422277" y="430215"/>
            <a:ext cx="8762667" cy="714375"/>
          </a:xfrm>
        </p:spPr>
        <p:txBody>
          <a:bodyPr/>
          <a:lstStyle/>
          <a:p>
            <a:pPr eaLnBrk="1" hangingPunct="1"/>
            <a:r>
              <a:rPr lang="en-US" dirty="0" smtClean="0"/>
              <a:t>PE&amp;PS Responsibilities</a:t>
            </a:r>
          </a:p>
        </p:txBody>
      </p:sp>
      <p:sp>
        <p:nvSpPr>
          <p:cNvPr id="4" name="Slide Number Placeholder 9"/>
          <p:cNvSpPr>
            <a:spLocks noGrp="1"/>
          </p:cNvSpPr>
          <p:nvPr>
            <p:ph type="sldNum" sz="quarter" idx="10"/>
          </p:nvPr>
        </p:nvSpPr>
        <p:spPr/>
        <p:txBody>
          <a:bodyPr/>
          <a:lstStyle/>
          <a:p>
            <a:fld id="{103D9B07-89DA-405D-8724-F6884D068823}" type="slidenum">
              <a:rPr lang="en-US"/>
              <a:pPr/>
              <a:t>6</a:t>
            </a:fld>
            <a:endParaRPr lang="en-US" dirty="0"/>
          </a:p>
        </p:txBody>
      </p:sp>
      <p:sp>
        <p:nvSpPr>
          <p:cNvPr id="3" name="Rectangle 2"/>
          <p:cNvSpPr/>
          <p:nvPr/>
        </p:nvSpPr>
        <p:spPr>
          <a:xfrm>
            <a:off x="448406" y="862682"/>
            <a:ext cx="9311055" cy="6955750"/>
          </a:xfrm>
          <a:prstGeom prst="rect">
            <a:avLst/>
          </a:prstGeom>
        </p:spPr>
        <p:txBody>
          <a:bodyPr wrap="square" lIns="91440" tIns="91440" bIns="91440">
            <a:spAutoFit/>
          </a:bodyPr>
          <a:lstStyle/>
          <a:p>
            <a:pPr defTabSz="1019012">
              <a:spcBef>
                <a:spcPts val="0"/>
              </a:spcBef>
              <a:spcAft>
                <a:spcPts val="0"/>
              </a:spcAft>
              <a:buClr>
                <a:schemeClr val="tx2"/>
              </a:buClr>
              <a:buFont typeface="Arial" charset="0"/>
            </a:pPr>
            <a:r>
              <a:rPr lang="en-US" sz="1600" b="1" dirty="0">
                <a:solidFill>
                  <a:schemeClr val="tx2"/>
                </a:solidFill>
                <a:latin typeface="+mn-lt"/>
                <a:ea typeface="+mj-ea"/>
                <a:cs typeface="+mj-cs"/>
              </a:rPr>
              <a:t>Lead Estimator</a:t>
            </a:r>
          </a:p>
          <a:p>
            <a:pPr marL="628577" lvl="1" indent="-171450" defTabSz="1019012">
              <a:spcBef>
                <a:spcPts val="0"/>
              </a:spcBef>
              <a:spcAft>
                <a:spcPts val="0"/>
              </a:spcAft>
              <a:buClr>
                <a:schemeClr val="tx2"/>
              </a:buClr>
              <a:buFont typeface="Arial" pitchFamily="34" charset="0"/>
              <a:buChar char="•"/>
            </a:pPr>
            <a:r>
              <a:rPr lang="en-US" sz="1400" dirty="0">
                <a:solidFill>
                  <a:schemeClr val="tx2"/>
                </a:solidFill>
                <a:latin typeface="+mn-lt"/>
                <a:ea typeface="+mj-ea"/>
                <a:cs typeface="+mj-cs"/>
              </a:rPr>
              <a:t>The role of the Lead Estimator is held by a SM/</a:t>
            </a:r>
            <a:r>
              <a:rPr lang="en-US" sz="1400" dirty="0" err="1">
                <a:solidFill>
                  <a:schemeClr val="tx2"/>
                </a:solidFill>
                <a:latin typeface="+mn-lt"/>
                <a:ea typeface="+mj-ea"/>
                <a:cs typeface="+mj-cs"/>
              </a:rPr>
              <a:t>SpL</a:t>
            </a:r>
            <a:r>
              <a:rPr lang="en-US" sz="1400" dirty="0">
                <a:solidFill>
                  <a:schemeClr val="tx2"/>
                </a:solidFill>
                <a:latin typeface="+mn-lt"/>
                <a:ea typeface="+mj-ea"/>
                <a:cs typeface="+mj-cs"/>
              </a:rPr>
              <a:t> or Director on the US pursuit / project team</a:t>
            </a:r>
          </a:p>
          <a:p>
            <a:pPr marL="628577" lvl="1" indent="-171450" defTabSz="1019012">
              <a:spcBef>
                <a:spcPts val="0"/>
              </a:spcBef>
              <a:spcAft>
                <a:spcPts val="0"/>
              </a:spcAft>
              <a:buClr>
                <a:schemeClr val="tx2"/>
              </a:buClr>
              <a:buFont typeface="Arial" pitchFamily="34" charset="0"/>
              <a:buChar char="•"/>
            </a:pPr>
            <a:r>
              <a:rPr lang="en-US" sz="1400" dirty="0">
                <a:solidFill>
                  <a:schemeClr val="tx2"/>
                </a:solidFill>
                <a:latin typeface="+mn-lt"/>
                <a:ea typeface="+mj-ea"/>
                <a:cs typeface="+mj-cs"/>
              </a:rPr>
              <a:t>Leads the pursuit team and is the single point of communication from the team to the coach and “</a:t>
            </a:r>
            <a:r>
              <a:rPr lang="en-US" sz="1400" dirty="0" err="1">
                <a:solidFill>
                  <a:schemeClr val="tx2"/>
                </a:solidFill>
                <a:latin typeface="+mn-lt"/>
                <a:ea typeface="+mj-ea"/>
                <a:cs typeface="+mj-cs"/>
              </a:rPr>
              <a:t>CoE</a:t>
            </a:r>
            <a:r>
              <a:rPr lang="en-US" sz="1400" dirty="0">
                <a:solidFill>
                  <a:schemeClr val="tx2"/>
                </a:solidFill>
                <a:latin typeface="+mn-lt"/>
                <a:ea typeface="+mj-ea"/>
                <a:cs typeface="+mj-cs"/>
              </a:rPr>
              <a:t>”</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Owns </a:t>
            </a:r>
            <a:r>
              <a:rPr lang="en-US" sz="1400" dirty="0">
                <a:solidFill>
                  <a:schemeClr val="tx2"/>
                </a:solidFill>
                <a:latin typeface="+mn-lt"/>
                <a:ea typeface="+mj-ea"/>
                <a:cs typeface="+mj-cs"/>
              </a:rPr>
              <a:t>the estimate</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Proficient </a:t>
            </a:r>
            <a:r>
              <a:rPr lang="en-US" sz="1400" dirty="0">
                <a:solidFill>
                  <a:schemeClr val="tx2"/>
                </a:solidFill>
                <a:latin typeface="+mn-lt"/>
                <a:ea typeface="+mj-ea"/>
                <a:cs typeface="+mj-cs"/>
              </a:rPr>
              <a:t>in PEPS and the estimation process</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Responsible </a:t>
            </a:r>
            <a:r>
              <a:rPr lang="en-US" sz="1400" dirty="0">
                <a:solidFill>
                  <a:schemeClr val="tx2"/>
                </a:solidFill>
                <a:latin typeface="+mn-lt"/>
                <a:ea typeface="+mj-ea"/>
                <a:cs typeface="+mj-cs"/>
              </a:rPr>
              <a:t>for data gathering spreadsheets</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Defines </a:t>
            </a:r>
            <a:r>
              <a:rPr lang="en-US" sz="1400" dirty="0">
                <a:solidFill>
                  <a:schemeClr val="tx2"/>
                </a:solidFill>
                <a:latin typeface="+mn-lt"/>
                <a:ea typeface="+mj-ea"/>
                <a:cs typeface="+mj-cs"/>
              </a:rPr>
              <a:t>the project schedule</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Actively </a:t>
            </a:r>
            <a:r>
              <a:rPr lang="en-US" sz="1400" dirty="0">
                <a:solidFill>
                  <a:schemeClr val="tx2"/>
                </a:solidFill>
                <a:latin typeface="+mn-lt"/>
                <a:ea typeface="+mj-ea"/>
                <a:cs typeface="+mj-cs"/>
              </a:rPr>
              <a:t>involved in the estimation process</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Analyzes </a:t>
            </a:r>
            <a:r>
              <a:rPr lang="en-US" sz="1400" dirty="0">
                <a:solidFill>
                  <a:schemeClr val="tx2"/>
                </a:solidFill>
                <a:latin typeface="+mn-lt"/>
                <a:ea typeface="+mj-ea"/>
                <a:cs typeface="+mj-cs"/>
              </a:rPr>
              <a:t>estimation results </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Make </a:t>
            </a:r>
            <a:r>
              <a:rPr lang="en-US" sz="1400" dirty="0">
                <a:solidFill>
                  <a:schemeClr val="tx2"/>
                </a:solidFill>
                <a:latin typeface="+mn-lt"/>
                <a:ea typeface="+mj-ea"/>
                <a:cs typeface="+mj-cs"/>
              </a:rPr>
              <a:t>scope and staffing decisions</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Owns </a:t>
            </a:r>
            <a:r>
              <a:rPr lang="en-US" sz="1400" dirty="0">
                <a:solidFill>
                  <a:schemeClr val="tx2"/>
                </a:solidFill>
                <a:latin typeface="+mn-lt"/>
                <a:ea typeface="+mj-ea"/>
                <a:cs typeface="+mj-cs"/>
              </a:rPr>
              <a:t>the staffing plan</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Approves </a:t>
            </a:r>
            <a:r>
              <a:rPr lang="en-US" sz="1400" dirty="0">
                <a:solidFill>
                  <a:schemeClr val="tx2"/>
                </a:solidFill>
                <a:latin typeface="+mn-lt"/>
                <a:ea typeface="+mj-ea"/>
                <a:cs typeface="+mj-cs"/>
              </a:rPr>
              <a:t>the final estimate</a:t>
            </a:r>
          </a:p>
          <a:p>
            <a:pPr defTabSz="1019012">
              <a:spcBef>
                <a:spcPts val="0"/>
              </a:spcBef>
              <a:spcAft>
                <a:spcPts val="0"/>
              </a:spcAft>
              <a:buClr>
                <a:schemeClr val="tx2"/>
              </a:buClr>
              <a:buFont typeface="Arial" charset="0"/>
            </a:pPr>
            <a:r>
              <a:rPr lang="en-US" sz="1600" b="1" dirty="0" smtClean="0">
                <a:solidFill>
                  <a:schemeClr val="tx2"/>
                </a:solidFill>
                <a:latin typeface="+mn-lt"/>
                <a:ea typeface="+mj-ea"/>
                <a:cs typeface="+mj-cs"/>
              </a:rPr>
              <a:t>PM </a:t>
            </a:r>
            <a:r>
              <a:rPr lang="en-US" sz="1600" b="1" dirty="0" err="1">
                <a:solidFill>
                  <a:schemeClr val="tx2"/>
                </a:solidFill>
                <a:latin typeface="+mn-lt"/>
                <a:ea typeface="+mj-ea"/>
                <a:cs typeface="+mj-cs"/>
              </a:rPr>
              <a:t>CoE</a:t>
            </a:r>
            <a:endParaRPr lang="en-US" sz="1600" b="1" dirty="0">
              <a:solidFill>
                <a:schemeClr val="tx2"/>
              </a:solidFill>
              <a:latin typeface="+mn-lt"/>
              <a:ea typeface="+mj-ea"/>
              <a:cs typeface="+mj-cs"/>
            </a:endParaRP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Supports </a:t>
            </a:r>
            <a:r>
              <a:rPr lang="en-US" sz="1400" dirty="0">
                <a:solidFill>
                  <a:schemeClr val="tx2"/>
                </a:solidFill>
                <a:latin typeface="+mn-lt"/>
                <a:ea typeface="+mj-ea"/>
                <a:cs typeface="+mj-cs"/>
              </a:rPr>
              <a:t>the estimation process</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Analyzes </a:t>
            </a:r>
            <a:r>
              <a:rPr lang="en-US" sz="1400" dirty="0">
                <a:solidFill>
                  <a:schemeClr val="tx2"/>
                </a:solidFill>
                <a:latin typeface="+mn-lt"/>
                <a:ea typeface="+mj-ea"/>
                <a:cs typeface="+mj-cs"/>
              </a:rPr>
              <a:t>the scope provided by the Lead Estimator</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Enters </a:t>
            </a:r>
            <a:r>
              <a:rPr lang="en-US" sz="1400" dirty="0">
                <a:solidFill>
                  <a:schemeClr val="tx2"/>
                </a:solidFill>
                <a:latin typeface="+mn-lt"/>
                <a:ea typeface="+mj-ea"/>
                <a:cs typeface="+mj-cs"/>
              </a:rPr>
              <a:t>/ imports scope from the data gathering spreadsheets</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Analyze </a:t>
            </a:r>
            <a:r>
              <a:rPr lang="en-US" sz="1400" dirty="0">
                <a:solidFill>
                  <a:schemeClr val="tx2"/>
                </a:solidFill>
                <a:latin typeface="+mn-lt"/>
                <a:ea typeface="+mj-ea"/>
                <a:cs typeface="+mj-cs"/>
              </a:rPr>
              <a:t>the data gathering spreadsheets and PEPS outputs</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Provide </a:t>
            </a:r>
            <a:r>
              <a:rPr lang="en-US" sz="1400" dirty="0">
                <a:solidFill>
                  <a:schemeClr val="tx2"/>
                </a:solidFill>
                <a:latin typeface="+mn-lt"/>
                <a:ea typeface="+mj-ea"/>
                <a:cs typeface="+mj-cs"/>
              </a:rPr>
              <a:t>outputs of PEPS to the Lead Estimator</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Make </a:t>
            </a:r>
            <a:r>
              <a:rPr lang="en-US" sz="1400" dirty="0">
                <a:solidFill>
                  <a:schemeClr val="tx2"/>
                </a:solidFill>
                <a:latin typeface="+mn-lt"/>
                <a:ea typeface="+mj-ea"/>
                <a:cs typeface="+mj-cs"/>
              </a:rPr>
              <a:t>recommendations on adjustments to scope, schedule and fixed head count</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Make </a:t>
            </a:r>
            <a:r>
              <a:rPr lang="en-US" sz="1400" dirty="0">
                <a:solidFill>
                  <a:schemeClr val="tx2"/>
                </a:solidFill>
                <a:latin typeface="+mn-lt"/>
                <a:ea typeface="+mj-ea"/>
                <a:cs typeface="+mj-cs"/>
              </a:rPr>
              <a:t>adjustments based on the approval of the Lead Estimator</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Manage </a:t>
            </a:r>
            <a:r>
              <a:rPr lang="en-US" sz="1400" dirty="0">
                <a:solidFill>
                  <a:schemeClr val="tx2"/>
                </a:solidFill>
                <a:latin typeface="+mn-lt"/>
                <a:ea typeface="+mj-ea"/>
                <a:cs typeface="+mj-cs"/>
              </a:rPr>
              <a:t>the integration from PEPS to the staffing model, pricing model and MS Project</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Does </a:t>
            </a:r>
            <a:r>
              <a:rPr lang="en-US" sz="1400" dirty="0">
                <a:solidFill>
                  <a:schemeClr val="tx2"/>
                </a:solidFill>
                <a:latin typeface="+mn-lt"/>
                <a:ea typeface="+mj-ea"/>
                <a:cs typeface="+mj-cs"/>
              </a:rPr>
              <a:t>not own the estimate</a:t>
            </a:r>
          </a:p>
          <a:p>
            <a:pPr defTabSz="1019012">
              <a:spcBef>
                <a:spcPts val="0"/>
              </a:spcBef>
              <a:spcAft>
                <a:spcPts val="0"/>
              </a:spcAft>
              <a:buClr>
                <a:schemeClr val="tx2"/>
              </a:buClr>
              <a:buFont typeface="Arial" charset="0"/>
            </a:pPr>
            <a:r>
              <a:rPr lang="en-US" sz="1600" b="1" dirty="0">
                <a:solidFill>
                  <a:schemeClr val="tx2"/>
                </a:solidFill>
                <a:latin typeface="+mn-lt"/>
                <a:ea typeface="+mj-ea"/>
                <a:cs typeface="+mj-cs"/>
              </a:rPr>
              <a:t>PE&amp;PS Coach</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Most </a:t>
            </a:r>
            <a:r>
              <a:rPr lang="en-US" sz="1400" dirty="0">
                <a:solidFill>
                  <a:schemeClr val="tx2"/>
                </a:solidFill>
                <a:latin typeface="+mn-lt"/>
                <a:ea typeface="+mj-ea"/>
                <a:cs typeface="+mj-cs"/>
              </a:rPr>
              <a:t>knowledgeable in the tool and estimation process</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SME </a:t>
            </a:r>
            <a:r>
              <a:rPr lang="en-US" sz="1400" dirty="0">
                <a:solidFill>
                  <a:schemeClr val="tx2"/>
                </a:solidFill>
                <a:latin typeface="+mn-lt"/>
                <a:ea typeface="+mj-ea"/>
                <a:cs typeface="+mj-cs"/>
              </a:rPr>
              <a:t>during the estimation process</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Supports </a:t>
            </a:r>
            <a:r>
              <a:rPr lang="en-US" sz="1400" dirty="0">
                <a:solidFill>
                  <a:schemeClr val="tx2"/>
                </a:solidFill>
                <a:latin typeface="+mn-lt"/>
                <a:ea typeface="+mj-ea"/>
                <a:cs typeface="+mj-cs"/>
              </a:rPr>
              <a:t>the Lead Estimator ramp up on the tool</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Provides </a:t>
            </a:r>
            <a:r>
              <a:rPr lang="en-US" sz="1400" dirty="0">
                <a:solidFill>
                  <a:schemeClr val="tx2"/>
                </a:solidFill>
                <a:latin typeface="+mn-lt"/>
                <a:ea typeface="+mj-ea"/>
                <a:cs typeface="+mj-cs"/>
              </a:rPr>
              <a:t>leadership on the estimation process</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Single </a:t>
            </a:r>
            <a:r>
              <a:rPr lang="en-US" sz="1400" dirty="0">
                <a:solidFill>
                  <a:schemeClr val="tx2"/>
                </a:solidFill>
                <a:latin typeface="+mn-lt"/>
                <a:ea typeface="+mj-ea"/>
                <a:cs typeface="+mj-cs"/>
              </a:rPr>
              <a:t>point of contact to the PEPS team if issues arise that the coach cannot resolve</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Does </a:t>
            </a:r>
            <a:r>
              <a:rPr lang="en-US" sz="1400" dirty="0">
                <a:solidFill>
                  <a:schemeClr val="tx2"/>
                </a:solidFill>
                <a:latin typeface="+mn-lt"/>
                <a:ea typeface="+mj-ea"/>
                <a:cs typeface="+mj-cs"/>
              </a:rPr>
              <a:t>not own the estimate</a:t>
            </a:r>
          </a:p>
          <a:p>
            <a:pPr marL="628577" lvl="1" indent="-171450" defTabSz="1019012">
              <a:spcBef>
                <a:spcPts val="0"/>
              </a:spcBef>
              <a:spcAft>
                <a:spcPts val="0"/>
              </a:spcAft>
              <a:buClr>
                <a:schemeClr val="tx2"/>
              </a:buClr>
              <a:buFont typeface="Arial" pitchFamily="34" charset="0"/>
              <a:buChar char="•"/>
            </a:pPr>
            <a:r>
              <a:rPr lang="en-US" sz="1400" dirty="0" smtClean="0">
                <a:solidFill>
                  <a:schemeClr val="tx2"/>
                </a:solidFill>
                <a:latin typeface="+mn-lt"/>
                <a:ea typeface="+mj-ea"/>
                <a:cs typeface="+mj-cs"/>
              </a:rPr>
              <a:t>The </a:t>
            </a:r>
            <a:r>
              <a:rPr lang="en-US" sz="1400" dirty="0">
                <a:solidFill>
                  <a:schemeClr val="tx2"/>
                </a:solidFill>
                <a:latin typeface="+mn-lt"/>
                <a:ea typeface="+mj-ea"/>
                <a:cs typeface="+mj-cs"/>
              </a:rPr>
              <a:t>role of the coach is held by someone from the SAP Coaching Team in Services Quality</a:t>
            </a:r>
          </a:p>
        </p:txBody>
      </p:sp>
      <p:graphicFrame>
        <p:nvGraphicFramePr>
          <p:cNvPr id="2" name="Diagram 1"/>
          <p:cNvGraphicFramePr/>
          <p:nvPr>
            <p:extLst>
              <p:ext uri="{D42A27DB-BD31-4B8C-83A1-F6EECF244321}">
                <p14:modId xmlns:p14="http://schemas.microsoft.com/office/powerpoint/2010/main" val="4017207450"/>
              </p:ext>
            </p:extLst>
          </p:nvPr>
        </p:nvGraphicFramePr>
        <p:xfrm>
          <a:off x="5830888" y="1591408"/>
          <a:ext cx="3928574" cy="33147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676658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dirty="0" smtClean="0"/>
              <a:t>Data Gathering Worksheets</a:t>
            </a:r>
          </a:p>
        </p:txBody>
      </p:sp>
      <p:sp>
        <p:nvSpPr>
          <p:cNvPr id="33795" name="Slide Number Placeholder 4"/>
          <p:cNvSpPr>
            <a:spLocks noGrp="1"/>
          </p:cNvSpPr>
          <p:nvPr>
            <p:ph type="sldNum" sz="quarter" idx="10"/>
          </p:nvPr>
        </p:nvSpPr>
        <p:spPr bwMode="auto">
          <a:noFill/>
          <a:ln>
            <a:miter lim="800000"/>
            <a:headEnd/>
            <a:tailEnd/>
          </a:ln>
        </p:spPr>
        <p:txBody>
          <a:bodyPr/>
          <a:lstStyle/>
          <a:p>
            <a:fld id="{E7B2B1F1-F638-44D9-869D-CD9BB7D49357}" type="slidenum">
              <a:rPr lang="en-US" smtClean="0"/>
              <a:pPr/>
              <a:t>7</a:t>
            </a:fld>
            <a:endParaRPr lang="en-US" smtClean="0"/>
          </a:p>
        </p:txBody>
      </p:sp>
      <p:sp>
        <p:nvSpPr>
          <p:cNvPr id="10" name="Rectangle 5"/>
          <p:cNvSpPr txBox="1">
            <a:spLocks/>
          </p:cNvSpPr>
          <p:nvPr/>
        </p:nvSpPr>
        <p:spPr bwMode="auto">
          <a:xfrm>
            <a:off x="465138" y="949326"/>
            <a:ext cx="9142412" cy="6156325"/>
          </a:xfrm>
          <a:prstGeom prst="rect">
            <a:avLst/>
          </a:prstGeom>
          <a:noFill/>
          <a:ln w="9525">
            <a:noFill/>
            <a:miter lim="800000"/>
            <a:headEnd/>
            <a:tailEnd/>
          </a:ln>
        </p:spPr>
        <p:txBody>
          <a:bodyPr lIns="0" tIns="0" rIns="0" bIns="0"/>
          <a:lstStyle/>
          <a:p>
            <a:pPr defTabSz="1018032">
              <a:spcAft>
                <a:spcPts val="300"/>
              </a:spcAft>
              <a:defRPr/>
            </a:pPr>
            <a:r>
              <a:rPr lang="en-US" dirty="0">
                <a:solidFill>
                  <a:schemeClr val="tx2"/>
                </a:solidFill>
                <a:latin typeface="+mn-lt"/>
                <a:cs typeface="+mn-cs"/>
              </a:rPr>
              <a:t>There are </a:t>
            </a:r>
            <a:r>
              <a:rPr lang="en-US" dirty="0" smtClean="0">
                <a:solidFill>
                  <a:schemeClr val="tx2"/>
                </a:solidFill>
                <a:latin typeface="+mn-lt"/>
                <a:cs typeface="+mn-cs"/>
              </a:rPr>
              <a:t>4 </a:t>
            </a:r>
            <a:r>
              <a:rPr lang="en-US" dirty="0">
                <a:solidFill>
                  <a:schemeClr val="tx2"/>
                </a:solidFill>
                <a:latin typeface="+mn-lt"/>
                <a:cs typeface="+mn-cs"/>
              </a:rPr>
              <a:t>templates which help gather data for the estimation process:</a:t>
            </a:r>
          </a:p>
          <a:p>
            <a:pPr defTabSz="1018032">
              <a:spcAft>
                <a:spcPts val="300"/>
              </a:spcAft>
              <a:defRPr/>
            </a:pPr>
            <a:endParaRPr lang="en-US" dirty="0">
              <a:solidFill>
                <a:schemeClr val="tx2"/>
              </a:solidFill>
              <a:latin typeface="+mn-lt"/>
              <a:cs typeface="+mn-cs"/>
            </a:endParaRPr>
          </a:p>
          <a:p>
            <a:pPr marL="457127" indent="-457127" defTabSz="1018032">
              <a:spcAft>
                <a:spcPts val="300"/>
              </a:spcAft>
              <a:buFont typeface="+mj-lt"/>
              <a:buAutoNum type="arabicPeriod"/>
              <a:defRPr/>
            </a:pPr>
            <a:r>
              <a:rPr lang="en-US" dirty="0" smtClean="0">
                <a:solidFill>
                  <a:schemeClr val="tx2"/>
                </a:solidFill>
              </a:rPr>
              <a:t>Method </a:t>
            </a:r>
            <a:r>
              <a:rPr lang="en-US" dirty="0">
                <a:solidFill>
                  <a:schemeClr val="tx2"/>
                </a:solidFill>
              </a:rPr>
              <a:t>Scope – what work the team will be doing</a:t>
            </a:r>
          </a:p>
          <a:p>
            <a:pPr marL="457127" indent="-457127" defTabSz="1018032">
              <a:spcAft>
                <a:spcPts val="300"/>
              </a:spcAft>
              <a:buFont typeface="+mj-lt"/>
              <a:buAutoNum type="arabicPeriod"/>
              <a:defRPr/>
            </a:pPr>
            <a:r>
              <a:rPr lang="en-US" dirty="0">
                <a:solidFill>
                  <a:schemeClr val="tx2"/>
                </a:solidFill>
              </a:rPr>
              <a:t>Package Scope – package modules/sub-modules </a:t>
            </a:r>
          </a:p>
          <a:p>
            <a:pPr marL="457127" indent="-457127" defTabSz="1018032">
              <a:spcAft>
                <a:spcPts val="300"/>
              </a:spcAft>
              <a:buFont typeface="+mj-lt"/>
              <a:buAutoNum type="arabicPeriod"/>
              <a:defRPr/>
            </a:pPr>
            <a:r>
              <a:rPr lang="en-US" dirty="0">
                <a:solidFill>
                  <a:schemeClr val="tx2"/>
                </a:solidFill>
              </a:rPr>
              <a:t>Product Scope – what we are producing from that work (metrics)</a:t>
            </a:r>
          </a:p>
          <a:p>
            <a:pPr marL="457127" indent="-457127" defTabSz="1018032">
              <a:spcAft>
                <a:spcPts val="300"/>
              </a:spcAft>
              <a:buFont typeface="+mj-lt"/>
              <a:buAutoNum type="arabicPeriod"/>
              <a:defRPr/>
            </a:pPr>
            <a:r>
              <a:rPr lang="en-US" dirty="0">
                <a:solidFill>
                  <a:schemeClr val="tx2"/>
                </a:solidFill>
              </a:rPr>
              <a:t>FTE Scope – for fixed resources</a:t>
            </a:r>
          </a:p>
          <a:p>
            <a:pPr defTabSz="1018032">
              <a:spcAft>
                <a:spcPts val="300"/>
              </a:spcAft>
              <a:defRPr/>
            </a:pPr>
            <a:endParaRPr lang="en-US" dirty="0">
              <a:solidFill>
                <a:schemeClr val="tx2"/>
              </a:solidFill>
              <a:latin typeface="+mn-lt"/>
              <a:cs typeface="+mn-cs"/>
            </a:endParaRPr>
          </a:p>
          <a:p>
            <a:pPr defTabSz="1018032">
              <a:spcAft>
                <a:spcPts val="300"/>
              </a:spcAft>
              <a:defRPr/>
            </a:pPr>
            <a:r>
              <a:rPr lang="en-US" dirty="0">
                <a:solidFill>
                  <a:schemeClr val="tx2"/>
                </a:solidFill>
                <a:latin typeface="+mn-lt"/>
                <a:cs typeface="+mn-cs"/>
              </a:rPr>
              <a:t>Below is a screen shot from the </a:t>
            </a:r>
            <a:r>
              <a:rPr lang="en-US" b="1" dirty="0" smtClean="0">
                <a:solidFill>
                  <a:schemeClr val="tx2"/>
                </a:solidFill>
                <a:latin typeface="+mn-lt"/>
                <a:cs typeface="+mn-cs"/>
              </a:rPr>
              <a:t>method scope data gathering worksheet</a:t>
            </a:r>
            <a:r>
              <a:rPr lang="en-US" dirty="0" smtClean="0">
                <a:solidFill>
                  <a:schemeClr val="tx2"/>
                </a:solidFill>
                <a:latin typeface="+mn-lt"/>
                <a:cs typeface="+mn-cs"/>
              </a:rPr>
              <a:t>:  </a:t>
            </a:r>
            <a:r>
              <a:rPr lang="en-US" dirty="0">
                <a:solidFill>
                  <a:schemeClr val="tx2"/>
                </a:solidFill>
                <a:latin typeface="+mn-lt"/>
                <a:cs typeface="+mn-cs"/>
              </a:rPr>
              <a:t>This </a:t>
            </a:r>
            <a:r>
              <a:rPr lang="en-US" dirty="0" smtClean="0">
                <a:solidFill>
                  <a:schemeClr val="tx2"/>
                </a:solidFill>
                <a:latin typeface="+mn-lt"/>
                <a:cs typeface="+mn-cs"/>
              </a:rPr>
              <a:t>worksheet is </a:t>
            </a:r>
            <a:r>
              <a:rPr lang="en-US" dirty="0">
                <a:solidFill>
                  <a:schemeClr val="tx2"/>
                </a:solidFill>
                <a:latin typeface="+mn-lt"/>
                <a:cs typeface="+mn-cs"/>
              </a:rPr>
              <a:t>used to identify which tasks within the method are in </a:t>
            </a:r>
            <a:r>
              <a:rPr lang="en-US" dirty="0" smtClean="0">
                <a:solidFill>
                  <a:schemeClr val="tx2"/>
                </a:solidFill>
                <a:latin typeface="+mn-lt"/>
                <a:cs typeface="+mn-cs"/>
              </a:rPr>
              <a:t>scope.</a:t>
            </a:r>
            <a:endParaRPr lang="en-US" dirty="0">
              <a:solidFill>
                <a:schemeClr val="tx2"/>
              </a:solidFill>
              <a:latin typeface="+mn-lt"/>
              <a:cs typeface="+mn-cs"/>
            </a:endParaRPr>
          </a:p>
          <a:p>
            <a:pPr defTabSz="1018032">
              <a:spcAft>
                <a:spcPts val="300"/>
              </a:spcAft>
              <a:buFont typeface="Arial" pitchFamily="34" charset="0"/>
              <a:buChar char="•"/>
              <a:defRPr/>
            </a:pPr>
            <a:endParaRPr lang="en-US" dirty="0">
              <a:solidFill>
                <a:schemeClr val="tx2"/>
              </a:solidFill>
              <a:latin typeface="+mn-lt"/>
              <a:cs typeface="+mn-cs"/>
            </a:endParaRPr>
          </a:p>
          <a:p>
            <a:pPr defTabSz="1018032">
              <a:spcAft>
                <a:spcPts val="300"/>
              </a:spcAft>
              <a:defRPr/>
            </a:pPr>
            <a:endParaRPr lang="en-US" dirty="0">
              <a:solidFill>
                <a:schemeClr val="tx2"/>
              </a:solidFill>
              <a:latin typeface="+mn-lt"/>
              <a:cs typeface="+mn-cs"/>
            </a:endParaRPr>
          </a:p>
          <a:p>
            <a:pPr defTabSz="1018032">
              <a:spcAft>
                <a:spcPts val="300"/>
              </a:spcAft>
              <a:defRPr/>
            </a:pPr>
            <a:r>
              <a:rPr lang="en-US" dirty="0">
                <a:solidFill>
                  <a:schemeClr val="tx2"/>
                </a:solidFill>
                <a:latin typeface="+mn-lt"/>
                <a:cs typeface="+mn-cs"/>
              </a:rPr>
              <a:t> </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138" y="4172507"/>
            <a:ext cx="8728364" cy="2933144"/>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08672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43" name="Rectangle 2"/>
          <p:cNvSpPr>
            <a:spLocks noGrp="1" noChangeArrowheads="1"/>
          </p:cNvSpPr>
          <p:nvPr>
            <p:ph type="title"/>
          </p:nvPr>
        </p:nvSpPr>
        <p:spPr>
          <a:xfrm>
            <a:off x="399958" y="359910"/>
            <a:ext cx="9127343" cy="629837"/>
          </a:xfrm>
        </p:spPr>
        <p:txBody>
          <a:bodyPr/>
          <a:lstStyle/>
          <a:p>
            <a:r>
              <a:rPr lang="en-US" dirty="0" smtClean="0"/>
              <a:t>PE&amp;PS Estimation process steps</a:t>
            </a:r>
          </a:p>
        </p:txBody>
      </p:sp>
      <p:sp>
        <p:nvSpPr>
          <p:cNvPr id="54" name="Rectangle 53"/>
          <p:cNvSpPr/>
          <p:nvPr/>
        </p:nvSpPr>
        <p:spPr>
          <a:xfrm>
            <a:off x="185920" y="1814974"/>
            <a:ext cx="914401" cy="2694983"/>
          </a:xfrm>
          <a:prstGeom prst="rect">
            <a:avLst/>
          </a:prstGeom>
          <a:solidFill>
            <a:srgbClr val="AADEF1"/>
          </a:solidFill>
          <a:ln>
            <a:solidFill>
              <a:schemeClr val="tx1"/>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47991" tIns="47991" rIns="63988" bIns="71986" numCol="1" spcCol="1269" anchor="t" anchorCtr="0">
            <a:noAutofit/>
          </a:bodyPr>
          <a:lstStyle/>
          <a:p>
            <a:pPr marL="0" marR="0">
              <a:spcBef>
                <a:spcPts val="0"/>
              </a:spcBef>
              <a:spcAft>
                <a:spcPts val="600"/>
              </a:spcAft>
            </a:pPr>
            <a:endParaRPr lang="en-US" sz="800" dirty="0">
              <a:solidFill>
                <a:srgbClr val="000000"/>
              </a:solidFill>
              <a:ea typeface="Times"/>
              <a:cs typeface="Times New Roman"/>
            </a:endParaRPr>
          </a:p>
          <a:p>
            <a:pPr marL="0" marR="0">
              <a:spcBef>
                <a:spcPts val="0"/>
              </a:spcBef>
              <a:spcAft>
                <a:spcPts val="600"/>
              </a:spcAft>
            </a:pPr>
            <a:r>
              <a:rPr lang="en-US" sz="800" b="1" dirty="0">
                <a:solidFill>
                  <a:srgbClr val="000000"/>
                </a:solidFill>
                <a:ea typeface="Times"/>
                <a:cs typeface="Times New Roman"/>
              </a:rPr>
              <a:t>Step </a:t>
            </a:r>
            <a:r>
              <a:rPr lang="en-US" sz="800" b="1" dirty="0" smtClean="0">
                <a:solidFill>
                  <a:srgbClr val="000000"/>
                </a:solidFill>
                <a:ea typeface="Times"/>
                <a:cs typeface="Times New Roman"/>
              </a:rPr>
              <a:t>0.1</a:t>
            </a:r>
            <a:r>
              <a:rPr lang="en-US" sz="800" dirty="0">
                <a:solidFill>
                  <a:srgbClr val="000000"/>
                </a:solidFill>
                <a:ea typeface="Times"/>
                <a:cs typeface="Times New Roman"/>
              </a:rPr>
              <a:t/>
            </a:r>
            <a:br>
              <a:rPr lang="en-US" sz="800" dirty="0">
                <a:solidFill>
                  <a:srgbClr val="000000"/>
                </a:solidFill>
                <a:ea typeface="Times"/>
                <a:cs typeface="Times New Roman"/>
              </a:rPr>
            </a:br>
            <a:r>
              <a:rPr lang="en-US" sz="800" dirty="0" smtClean="0">
                <a:solidFill>
                  <a:srgbClr val="000000"/>
                </a:solidFill>
                <a:ea typeface="Times"/>
                <a:cs typeface="Times New Roman"/>
              </a:rPr>
              <a:t>Identify Lead Estimator</a:t>
            </a:r>
            <a:endParaRPr lang="en-US" sz="2800" dirty="0">
              <a:solidFill>
                <a:srgbClr val="000000"/>
              </a:solidFill>
              <a:ea typeface="Times"/>
              <a:cs typeface="Times New Roman"/>
            </a:endParaRPr>
          </a:p>
          <a:p>
            <a:pPr marL="0" marR="0">
              <a:spcBef>
                <a:spcPts val="0"/>
              </a:spcBef>
              <a:spcAft>
                <a:spcPts val="600"/>
              </a:spcAft>
            </a:pPr>
            <a:r>
              <a:rPr lang="en-US" sz="800" b="1" dirty="0">
                <a:solidFill>
                  <a:srgbClr val="000000"/>
                </a:solidFill>
                <a:ea typeface="Times"/>
                <a:cs typeface="Times New Roman"/>
              </a:rPr>
              <a:t>Step </a:t>
            </a:r>
            <a:r>
              <a:rPr lang="en-US" sz="800" b="1" dirty="0" smtClean="0">
                <a:solidFill>
                  <a:srgbClr val="000000"/>
                </a:solidFill>
                <a:ea typeface="Times"/>
                <a:cs typeface="Times New Roman"/>
              </a:rPr>
              <a:t>0.2</a:t>
            </a:r>
            <a:r>
              <a:rPr lang="en-US" sz="800" b="1" dirty="0">
                <a:solidFill>
                  <a:srgbClr val="000000"/>
                </a:solidFill>
                <a:ea typeface="Times"/>
                <a:cs typeface="Times New Roman"/>
              </a:rPr>
              <a:t/>
            </a:r>
            <a:br>
              <a:rPr lang="en-US" sz="800" b="1" dirty="0">
                <a:solidFill>
                  <a:srgbClr val="000000"/>
                </a:solidFill>
                <a:ea typeface="Times"/>
                <a:cs typeface="Times New Roman"/>
              </a:rPr>
            </a:br>
            <a:r>
              <a:rPr lang="en-US" sz="800" dirty="0" smtClean="0">
                <a:solidFill>
                  <a:srgbClr val="000000"/>
                </a:solidFill>
                <a:ea typeface="Times"/>
                <a:cs typeface="Times New Roman"/>
              </a:rPr>
              <a:t>Lead Estimator completes training</a:t>
            </a:r>
            <a:endParaRPr lang="en-US" sz="2800" dirty="0">
              <a:solidFill>
                <a:srgbClr val="000000"/>
              </a:solidFill>
              <a:ea typeface="Times"/>
              <a:cs typeface="Times New Roman"/>
            </a:endParaRPr>
          </a:p>
          <a:p>
            <a:pPr marL="0" marR="0">
              <a:spcBef>
                <a:spcPts val="0"/>
              </a:spcBef>
              <a:spcAft>
                <a:spcPts val="600"/>
              </a:spcAft>
            </a:pPr>
            <a:r>
              <a:rPr lang="en-US" sz="800" b="1" dirty="0">
                <a:solidFill>
                  <a:srgbClr val="000000"/>
                </a:solidFill>
                <a:ea typeface="Times"/>
                <a:cs typeface="Times New Roman"/>
              </a:rPr>
              <a:t>Step </a:t>
            </a:r>
            <a:r>
              <a:rPr lang="en-US" sz="800" b="1" dirty="0" smtClean="0">
                <a:solidFill>
                  <a:srgbClr val="000000"/>
                </a:solidFill>
                <a:ea typeface="Times"/>
                <a:cs typeface="Times New Roman"/>
              </a:rPr>
              <a:t>0.3</a:t>
            </a:r>
            <a:r>
              <a:rPr lang="en-US" sz="800" dirty="0">
                <a:solidFill>
                  <a:srgbClr val="000000"/>
                </a:solidFill>
                <a:ea typeface="Times"/>
                <a:cs typeface="Times New Roman"/>
              </a:rPr>
              <a:t/>
            </a:r>
            <a:br>
              <a:rPr lang="en-US" sz="800" dirty="0">
                <a:solidFill>
                  <a:srgbClr val="000000"/>
                </a:solidFill>
                <a:ea typeface="Times"/>
                <a:cs typeface="Times New Roman"/>
              </a:rPr>
            </a:br>
            <a:r>
              <a:rPr lang="en-US" sz="800" dirty="0" smtClean="0">
                <a:solidFill>
                  <a:srgbClr val="000000"/>
                </a:solidFill>
                <a:ea typeface="Times"/>
                <a:cs typeface="Times New Roman"/>
              </a:rPr>
              <a:t>Request Coach</a:t>
            </a:r>
            <a:endParaRPr lang="en-US" sz="2800" dirty="0">
              <a:solidFill>
                <a:srgbClr val="000000"/>
              </a:solidFill>
              <a:ea typeface="Times"/>
              <a:cs typeface="Times New Roman"/>
            </a:endParaRPr>
          </a:p>
        </p:txBody>
      </p:sp>
      <p:sp>
        <p:nvSpPr>
          <p:cNvPr id="55" name="Rectangle 54"/>
          <p:cNvSpPr/>
          <p:nvPr/>
        </p:nvSpPr>
        <p:spPr>
          <a:xfrm>
            <a:off x="1147068" y="1814974"/>
            <a:ext cx="910332" cy="2694983"/>
          </a:xfrm>
          <a:prstGeom prst="rect">
            <a:avLst/>
          </a:prstGeom>
          <a:solidFill>
            <a:srgbClr val="AADEF1"/>
          </a:solidFill>
          <a:ln>
            <a:solidFill>
              <a:schemeClr val="tx1"/>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47991" tIns="47991" rIns="63988" bIns="71986" numCol="1" spcCol="1269" anchor="t" anchorCtr="0">
            <a:noAutofit/>
          </a:bodyPr>
          <a:lstStyle/>
          <a:p>
            <a:pPr marL="0" marR="0">
              <a:spcBef>
                <a:spcPts val="0"/>
              </a:spcBef>
              <a:spcAft>
                <a:spcPts val="600"/>
              </a:spcAft>
            </a:pPr>
            <a:r>
              <a:rPr lang="en-US" sz="800" b="1" dirty="0">
                <a:solidFill>
                  <a:srgbClr val="000000"/>
                </a:solidFill>
                <a:ea typeface="Times"/>
                <a:cs typeface="Times New Roman"/>
              </a:rPr>
              <a:t> </a:t>
            </a:r>
            <a:endParaRPr lang="en-US" sz="2800" dirty="0">
              <a:solidFill>
                <a:srgbClr val="000000"/>
              </a:solidFill>
              <a:ea typeface="Times"/>
              <a:cs typeface="Times New Roman"/>
            </a:endParaRPr>
          </a:p>
          <a:p>
            <a:pPr marL="0" marR="0">
              <a:spcBef>
                <a:spcPts val="0"/>
              </a:spcBef>
              <a:spcAft>
                <a:spcPts val="600"/>
              </a:spcAft>
            </a:pPr>
            <a:r>
              <a:rPr lang="en-US" sz="800" b="1" dirty="0">
                <a:solidFill>
                  <a:srgbClr val="000000"/>
                </a:solidFill>
                <a:ea typeface="Times"/>
                <a:cs typeface="Times New Roman"/>
              </a:rPr>
              <a:t>Step 1.1</a:t>
            </a:r>
            <a:r>
              <a:rPr lang="en-US" sz="800" dirty="0">
                <a:solidFill>
                  <a:srgbClr val="000000"/>
                </a:solidFill>
                <a:ea typeface="Times"/>
                <a:cs typeface="Times New Roman"/>
              </a:rPr>
              <a:t/>
            </a:r>
            <a:br>
              <a:rPr lang="en-US" sz="800" dirty="0">
                <a:solidFill>
                  <a:srgbClr val="000000"/>
                </a:solidFill>
                <a:ea typeface="Times"/>
                <a:cs typeface="Times New Roman"/>
              </a:rPr>
            </a:br>
            <a:r>
              <a:rPr lang="en-US" sz="800" dirty="0">
                <a:solidFill>
                  <a:srgbClr val="000000"/>
                </a:solidFill>
                <a:ea typeface="Times"/>
                <a:cs typeface="Times New Roman"/>
              </a:rPr>
              <a:t>Create Client</a:t>
            </a:r>
            <a:br>
              <a:rPr lang="en-US" sz="800" dirty="0">
                <a:solidFill>
                  <a:srgbClr val="000000"/>
                </a:solidFill>
                <a:ea typeface="Times"/>
                <a:cs typeface="Times New Roman"/>
              </a:rPr>
            </a:br>
            <a:r>
              <a:rPr lang="en-US" sz="800" dirty="0">
                <a:solidFill>
                  <a:srgbClr val="000000"/>
                </a:solidFill>
                <a:ea typeface="Times"/>
                <a:cs typeface="Times New Roman"/>
              </a:rPr>
              <a:t>(Optional)</a:t>
            </a:r>
            <a:endParaRPr lang="en-US" sz="2800" dirty="0">
              <a:solidFill>
                <a:srgbClr val="000000"/>
              </a:solidFill>
              <a:ea typeface="Times"/>
              <a:cs typeface="Times New Roman"/>
            </a:endParaRPr>
          </a:p>
          <a:p>
            <a:pPr marL="0" marR="0">
              <a:spcBef>
                <a:spcPts val="0"/>
              </a:spcBef>
              <a:spcAft>
                <a:spcPts val="600"/>
              </a:spcAft>
            </a:pPr>
            <a:r>
              <a:rPr lang="en-US" sz="800" b="1" dirty="0">
                <a:solidFill>
                  <a:srgbClr val="000000"/>
                </a:solidFill>
                <a:ea typeface="Times"/>
                <a:cs typeface="Times New Roman"/>
              </a:rPr>
              <a:t>Step 1.2</a:t>
            </a:r>
            <a:br>
              <a:rPr lang="en-US" sz="800" b="1" dirty="0">
                <a:solidFill>
                  <a:srgbClr val="000000"/>
                </a:solidFill>
                <a:ea typeface="Times"/>
                <a:cs typeface="Times New Roman"/>
              </a:rPr>
            </a:br>
            <a:r>
              <a:rPr lang="en-US" sz="800" dirty="0">
                <a:solidFill>
                  <a:srgbClr val="000000"/>
                </a:solidFill>
                <a:ea typeface="Times"/>
                <a:cs typeface="Times New Roman"/>
              </a:rPr>
              <a:t>Create Project</a:t>
            </a:r>
            <a:endParaRPr lang="en-US" sz="2800" dirty="0">
              <a:solidFill>
                <a:srgbClr val="000000"/>
              </a:solidFill>
              <a:ea typeface="Times"/>
              <a:cs typeface="Times New Roman"/>
            </a:endParaRPr>
          </a:p>
          <a:p>
            <a:pPr marL="0" marR="0">
              <a:spcBef>
                <a:spcPts val="0"/>
              </a:spcBef>
              <a:spcAft>
                <a:spcPts val="600"/>
              </a:spcAft>
            </a:pPr>
            <a:r>
              <a:rPr lang="en-US" sz="800" b="1" dirty="0">
                <a:solidFill>
                  <a:srgbClr val="000000"/>
                </a:solidFill>
                <a:ea typeface="Times"/>
                <a:cs typeface="Times New Roman"/>
              </a:rPr>
              <a:t>Step 1.3</a:t>
            </a:r>
            <a:r>
              <a:rPr lang="en-US" sz="800" dirty="0">
                <a:solidFill>
                  <a:srgbClr val="000000"/>
                </a:solidFill>
                <a:ea typeface="Times"/>
                <a:cs typeface="Times New Roman"/>
              </a:rPr>
              <a:t/>
            </a:r>
            <a:br>
              <a:rPr lang="en-US" sz="800" dirty="0">
                <a:solidFill>
                  <a:srgbClr val="000000"/>
                </a:solidFill>
                <a:ea typeface="Times"/>
                <a:cs typeface="Times New Roman"/>
              </a:rPr>
            </a:br>
            <a:r>
              <a:rPr lang="en-US" sz="800" dirty="0">
                <a:solidFill>
                  <a:srgbClr val="000000"/>
                </a:solidFill>
                <a:ea typeface="Times"/>
                <a:cs typeface="Times New Roman"/>
              </a:rPr>
              <a:t>Provide Access</a:t>
            </a:r>
            <a:endParaRPr lang="en-US" sz="2800" dirty="0">
              <a:solidFill>
                <a:srgbClr val="000000"/>
              </a:solidFill>
              <a:ea typeface="Times"/>
              <a:cs typeface="Times New Roman"/>
            </a:endParaRPr>
          </a:p>
        </p:txBody>
      </p:sp>
      <p:sp>
        <p:nvSpPr>
          <p:cNvPr id="59" name="Rectangle 58"/>
          <p:cNvSpPr/>
          <p:nvPr/>
        </p:nvSpPr>
        <p:spPr>
          <a:xfrm>
            <a:off x="3107967" y="1814974"/>
            <a:ext cx="970163" cy="2694983"/>
          </a:xfrm>
          <a:prstGeom prst="rect">
            <a:avLst/>
          </a:prstGeom>
          <a:solidFill>
            <a:srgbClr val="AADEF1"/>
          </a:solidFill>
          <a:ln>
            <a:solidFill>
              <a:schemeClr val="tx1"/>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47991" tIns="47991" rIns="63988" bIns="71986" numCol="1" spcCol="1269" anchor="t" anchorCtr="0">
            <a:noAutofit/>
          </a:bodyPr>
          <a:lstStyle/>
          <a:p>
            <a:pPr marL="0" marR="0">
              <a:spcBef>
                <a:spcPts val="0"/>
              </a:spcBef>
              <a:spcAft>
                <a:spcPts val="600"/>
              </a:spcAft>
            </a:pPr>
            <a:r>
              <a:rPr lang="en-US" sz="800" b="1" dirty="0">
                <a:solidFill>
                  <a:srgbClr val="000000"/>
                </a:solidFill>
                <a:ea typeface="Times"/>
                <a:cs typeface="Times New Roman"/>
              </a:rPr>
              <a:t> </a:t>
            </a:r>
            <a:endParaRPr lang="en-US" sz="2800" dirty="0">
              <a:solidFill>
                <a:srgbClr val="000000"/>
              </a:solidFill>
              <a:ea typeface="Times"/>
              <a:cs typeface="Times New Roman"/>
            </a:endParaRPr>
          </a:p>
          <a:p>
            <a:pPr marL="0" marR="0">
              <a:spcBef>
                <a:spcPts val="0"/>
              </a:spcBef>
              <a:spcAft>
                <a:spcPts val="600"/>
              </a:spcAft>
            </a:pPr>
            <a:r>
              <a:rPr lang="en-US" sz="800" b="1" dirty="0">
                <a:solidFill>
                  <a:srgbClr val="000000"/>
                </a:solidFill>
                <a:ea typeface="Times"/>
                <a:cs typeface="Times New Roman"/>
              </a:rPr>
              <a:t>Step 3.1</a:t>
            </a:r>
            <a:r>
              <a:rPr lang="en-US" sz="800" dirty="0">
                <a:solidFill>
                  <a:srgbClr val="000000"/>
                </a:solidFill>
                <a:ea typeface="Times"/>
                <a:cs typeface="Times New Roman"/>
              </a:rPr>
              <a:t/>
            </a:r>
            <a:br>
              <a:rPr lang="en-US" sz="800" dirty="0">
                <a:solidFill>
                  <a:srgbClr val="000000"/>
                </a:solidFill>
                <a:ea typeface="Times"/>
                <a:cs typeface="Times New Roman"/>
              </a:rPr>
            </a:br>
            <a:r>
              <a:rPr lang="en-US" sz="800" dirty="0">
                <a:solidFill>
                  <a:srgbClr val="000000"/>
                </a:solidFill>
                <a:ea typeface="Times"/>
                <a:cs typeface="Times New Roman"/>
              </a:rPr>
              <a:t>Define Work Hours</a:t>
            </a:r>
            <a:endParaRPr lang="en-US" sz="2800" dirty="0">
              <a:solidFill>
                <a:srgbClr val="000000"/>
              </a:solidFill>
              <a:ea typeface="Times"/>
              <a:cs typeface="Times New Roman"/>
            </a:endParaRPr>
          </a:p>
          <a:p>
            <a:pPr marL="0" marR="0">
              <a:spcBef>
                <a:spcPts val="0"/>
              </a:spcBef>
              <a:spcAft>
                <a:spcPts val="600"/>
              </a:spcAft>
            </a:pPr>
            <a:r>
              <a:rPr lang="en-US" sz="800" b="1" dirty="0">
                <a:solidFill>
                  <a:srgbClr val="000000"/>
                </a:solidFill>
                <a:ea typeface="Times"/>
                <a:cs typeface="Times New Roman"/>
              </a:rPr>
              <a:t>Step 3.2</a:t>
            </a:r>
            <a:r>
              <a:rPr lang="en-US" sz="800" dirty="0">
                <a:solidFill>
                  <a:srgbClr val="000000"/>
                </a:solidFill>
                <a:ea typeface="Times"/>
                <a:cs typeface="Times New Roman"/>
              </a:rPr>
              <a:t/>
            </a:r>
            <a:br>
              <a:rPr lang="en-US" sz="800" dirty="0">
                <a:solidFill>
                  <a:srgbClr val="000000"/>
                </a:solidFill>
                <a:ea typeface="Times"/>
                <a:cs typeface="Times New Roman"/>
              </a:rPr>
            </a:br>
            <a:r>
              <a:rPr lang="en-US" sz="800" dirty="0">
                <a:solidFill>
                  <a:srgbClr val="000000"/>
                </a:solidFill>
                <a:ea typeface="Times"/>
                <a:cs typeface="Times New Roman"/>
              </a:rPr>
              <a:t>Setup Releases</a:t>
            </a:r>
            <a:endParaRPr lang="en-US" sz="2800" dirty="0">
              <a:solidFill>
                <a:srgbClr val="000000"/>
              </a:solidFill>
              <a:ea typeface="Times"/>
              <a:cs typeface="Times New Roman"/>
            </a:endParaRPr>
          </a:p>
          <a:p>
            <a:pPr marL="0" marR="0">
              <a:spcBef>
                <a:spcPts val="0"/>
              </a:spcBef>
              <a:spcAft>
                <a:spcPts val="600"/>
              </a:spcAft>
            </a:pPr>
            <a:r>
              <a:rPr lang="en-US" sz="800" b="1" dirty="0">
                <a:solidFill>
                  <a:srgbClr val="000000"/>
                </a:solidFill>
                <a:ea typeface="Times"/>
                <a:cs typeface="Times New Roman"/>
              </a:rPr>
              <a:t>Step3.3</a:t>
            </a:r>
            <a:r>
              <a:rPr lang="en-US" sz="800" dirty="0">
                <a:solidFill>
                  <a:srgbClr val="000000"/>
                </a:solidFill>
                <a:ea typeface="Times"/>
                <a:cs typeface="Times New Roman"/>
              </a:rPr>
              <a:t/>
            </a:r>
            <a:br>
              <a:rPr lang="en-US" sz="800" dirty="0">
                <a:solidFill>
                  <a:srgbClr val="000000"/>
                </a:solidFill>
                <a:ea typeface="Times"/>
                <a:cs typeface="Times New Roman"/>
              </a:rPr>
            </a:br>
            <a:r>
              <a:rPr lang="en-US" sz="800" dirty="0">
                <a:solidFill>
                  <a:srgbClr val="000000"/>
                </a:solidFill>
                <a:ea typeface="Times"/>
                <a:cs typeface="Times New Roman"/>
              </a:rPr>
              <a:t>Setup Rollouts</a:t>
            </a:r>
            <a:endParaRPr lang="en-US" sz="2800" dirty="0">
              <a:solidFill>
                <a:srgbClr val="000000"/>
              </a:solidFill>
              <a:ea typeface="Times"/>
              <a:cs typeface="Times New Roman"/>
            </a:endParaRPr>
          </a:p>
          <a:p>
            <a:r>
              <a:rPr lang="en-US" sz="800" b="1" dirty="0">
                <a:ea typeface="Times New Roman"/>
                <a:cs typeface="Times New Roman"/>
              </a:rPr>
              <a:t>Step 3.4</a:t>
            </a:r>
            <a:r>
              <a:rPr lang="en-US" sz="800" dirty="0">
                <a:ea typeface="Times New Roman"/>
                <a:cs typeface="Times New Roman"/>
              </a:rPr>
              <a:t/>
            </a:r>
            <a:br>
              <a:rPr lang="en-US" sz="800" dirty="0">
                <a:ea typeface="Times New Roman"/>
                <a:cs typeface="Times New Roman"/>
              </a:rPr>
            </a:br>
            <a:r>
              <a:rPr lang="en-US" sz="800" dirty="0">
                <a:ea typeface="Times New Roman"/>
                <a:cs typeface="Times New Roman"/>
              </a:rPr>
              <a:t>Define Phase Schedule</a:t>
            </a:r>
            <a:endParaRPr lang="en-US" sz="2800" dirty="0">
              <a:solidFill>
                <a:srgbClr val="000000">
                  <a:hueOff val="0"/>
                  <a:satOff val="0"/>
                  <a:lumOff val="0"/>
                  <a:alphaOff val="0"/>
                </a:srgbClr>
              </a:solidFill>
            </a:endParaRPr>
          </a:p>
        </p:txBody>
      </p:sp>
      <p:sp>
        <p:nvSpPr>
          <p:cNvPr id="60" name="Rectangle 59"/>
          <p:cNvSpPr/>
          <p:nvPr/>
        </p:nvSpPr>
        <p:spPr>
          <a:xfrm>
            <a:off x="4115689" y="1814974"/>
            <a:ext cx="910184" cy="2694983"/>
          </a:xfrm>
          <a:prstGeom prst="rect">
            <a:avLst/>
          </a:prstGeom>
          <a:solidFill>
            <a:srgbClr val="AADEF1"/>
          </a:solidFill>
          <a:ln>
            <a:solidFill>
              <a:schemeClr val="tx1"/>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47991" tIns="47991" rIns="63988" bIns="71986" numCol="1" spcCol="1269" anchor="t" anchorCtr="0">
            <a:noAutofit/>
          </a:bodyPr>
          <a:lstStyle/>
          <a:p>
            <a:pPr marL="0" marR="0">
              <a:spcBef>
                <a:spcPts val="0"/>
              </a:spcBef>
              <a:spcAft>
                <a:spcPts val="600"/>
              </a:spcAft>
            </a:pPr>
            <a:r>
              <a:rPr lang="en-US" sz="800" b="1" dirty="0">
                <a:solidFill>
                  <a:srgbClr val="000000"/>
                </a:solidFill>
                <a:ea typeface="Times"/>
                <a:cs typeface="Times New Roman"/>
              </a:rPr>
              <a:t> </a:t>
            </a:r>
            <a:endParaRPr lang="en-US" sz="2800" dirty="0">
              <a:solidFill>
                <a:srgbClr val="000000"/>
              </a:solidFill>
              <a:ea typeface="Times"/>
              <a:cs typeface="Times New Roman"/>
            </a:endParaRPr>
          </a:p>
          <a:p>
            <a:pPr marL="0" marR="0">
              <a:spcBef>
                <a:spcPts val="0"/>
              </a:spcBef>
              <a:spcAft>
                <a:spcPts val="600"/>
              </a:spcAft>
            </a:pPr>
            <a:r>
              <a:rPr lang="en-US" sz="800" b="1" dirty="0">
                <a:solidFill>
                  <a:srgbClr val="000000"/>
                </a:solidFill>
                <a:ea typeface="Times"/>
                <a:cs typeface="Times New Roman"/>
              </a:rPr>
              <a:t>Step 4.1</a:t>
            </a:r>
            <a:r>
              <a:rPr lang="en-US" sz="800" dirty="0">
                <a:solidFill>
                  <a:srgbClr val="000000"/>
                </a:solidFill>
                <a:ea typeface="Times"/>
                <a:cs typeface="Times New Roman"/>
              </a:rPr>
              <a:t/>
            </a:r>
            <a:br>
              <a:rPr lang="en-US" sz="800" dirty="0">
                <a:solidFill>
                  <a:srgbClr val="000000"/>
                </a:solidFill>
                <a:ea typeface="Times"/>
                <a:cs typeface="Times New Roman"/>
              </a:rPr>
            </a:br>
            <a:r>
              <a:rPr lang="en-US" sz="800" dirty="0">
                <a:solidFill>
                  <a:srgbClr val="000000"/>
                </a:solidFill>
                <a:ea typeface="Times"/>
                <a:cs typeface="Times New Roman"/>
              </a:rPr>
              <a:t>Record Detailed End Product Scope</a:t>
            </a:r>
            <a:endParaRPr lang="en-US" sz="2800" dirty="0">
              <a:solidFill>
                <a:srgbClr val="000000"/>
              </a:solidFill>
              <a:ea typeface="Times"/>
              <a:cs typeface="Times New Roman"/>
            </a:endParaRPr>
          </a:p>
          <a:p>
            <a:r>
              <a:rPr lang="en-US" sz="800" b="1" dirty="0">
                <a:ea typeface="Times New Roman"/>
                <a:cs typeface="Times New Roman"/>
              </a:rPr>
              <a:t>Step 4.2</a:t>
            </a:r>
            <a:r>
              <a:rPr lang="en-US" sz="800" dirty="0">
                <a:ea typeface="Times New Roman"/>
                <a:cs typeface="Times New Roman"/>
              </a:rPr>
              <a:t/>
            </a:r>
            <a:br>
              <a:rPr lang="en-US" sz="800" dirty="0">
                <a:ea typeface="Times New Roman"/>
                <a:cs typeface="Times New Roman"/>
              </a:rPr>
            </a:br>
            <a:r>
              <a:rPr lang="en-US" sz="800" dirty="0">
                <a:ea typeface="Times New Roman"/>
                <a:cs typeface="Times New Roman"/>
              </a:rPr>
              <a:t>Record End Product Scope</a:t>
            </a:r>
            <a:endParaRPr lang="en-US" sz="2800" dirty="0">
              <a:solidFill>
                <a:srgbClr val="000000">
                  <a:hueOff val="0"/>
                  <a:satOff val="0"/>
                  <a:lumOff val="0"/>
                  <a:alphaOff val="0"/>
                </a:srgbClr>
              </a:solidFill>
            </a:endParaRPr>
          </a:p>
        </p:txBody>
      </p:sp>
      <p:sp>
        <p:nvSpPr>
          <p:cNvPr id="61" name="Rectangle 60"/>
          <p:cNvSpPr/>
          <p:nvPr/>
        </p:nvSpPr>
        <p:spPr>
          <a:xfrm>
            <a:off x="5060742" y="1814974"/>
            <a:ext cx="907225" cy="2694983"/>
          </a:xfrm>
          <a:prstGeom prst="rect">
            <a:avLst/>
          </a:prstGeom>
          <a:solidFill>
            <a:srgbClr val="AADEF1"/>
          </a:solidFill>
          <a:ln>
            <a:solidFill>
              <a:schemeClr val="tx1"/>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47991" tIns="47991" rIns="63988" bIns="71986" numCol="1" spcCol="1269" anchor="t" anchorCtr="0">
            <a:noAutofit/>
          </a:bodyPr>
          <a:lstStyle/>
          <a:p>
            <a:pPr marL="0" marR="0">
              <a:spcBef>
                <a:spcPts val="0"/>
              </a:spcBef>
              <a:spcAft>
                <a:spcPts val="600"/>
              </a:spcAft>
            </a:pPr>
            <a:r>
              <a:rPr lang="en-US" sz="800" b="1" dirty="0">
                <a:solidFill>
                  <a:srgbClr val="000000"/>
                </a:solidFill>
                <a:ea typeface="Times"/>
                <a:cs typeface="Times New Roman"/>
              </a:rPr>
              <a:t> </a:t>
            </a:r>
            <a:endParaRPr lang="en-US" sz="2800" dirty="0">
              <a:solidFill>
                <a:srgbClr val="000000"/>
              </a:solidFill>
              <a:ea typeface="Times"/>
              <a:cs typeface="Times New Roman"/>
            </a:endParaRPr>
          </a:p>
          <a:p>
            <a:pPr marL="0" marR="0">
              <a:spcBef>
                <a:spcPts val="0"/>
              </a:spcBef>
              <a:spcAft>
                <a:spcPts val="600"/>
              </a:spcAft>
            </a:pPr>
            <a:r>
              <a:rPr lang="en-US" sz="800" b="1" dirty="0">
                <a:solidFill>
                  <a:srgbClr val="000000"/>
                </a:solidFill>
                <a:ea typeface="Times"/>
                <a:cs typeface="Times New Roman"/>
              </a:rPr>
              <a:t>Step 5.1</a:t>
            </a:r>
            <a:r>
              <a:rPr lang="en-US" sz="800" dirty="0">
                <a:solidFill>
                  <a:srgbClr val="000000"/>
                </a:solidFill>
                <a:ea typeface="Times"/>
                <a:cs typeface="Times New Roman"/>
              </a:rPr>
              <a:t/>
            </a:r>
            <a:br>
              <a:rPr lang="en-US" sz="800" dirty="0">
                <a:solidFill>
                  <a:srgbClr val="000000"/>
                </a:solidFill>
                <a:ea typeface="Times"/>
                <a:cs typeface="Times New Roman"/>
              </a:rPr>
            </a:br>
            <a:r>
              <a:rPr lang="en-US" sz="800" dirty="0">
                <a:solidFill>
                  <a:srgbClr val="000000"/>
                </a:solidFill>
                <a:ea typeface="Times"/>
                <a:cs typeface="Times New Roman"/>
              </a:rPr>
              <a:t>Confirm Teams</a:t>
            </a:r>
            <a:endParaRPr lang="en-US" sz="2800" dirty="0">
              <a:solidFill>
                <a:srgbClr val="000000"/>
              </a:solidFill>
              <a:ea typeface="Times"/>
              <a:cs typeface="Times New Roman"/>
            </a:endParaRPr>
          </a:p>
          <a:p>
            <a:pPr marL="0" marR="0">
              <a:spcBef>
                <a:spcPts val="0"/>
              </a:spcBef>
              <a:spcAft>
                <a:spcPts val="600"/>
              </a:spcAft>
            </a:pPr>
            <a:r>
              <a:rPr lang="en-US" sz="800" b="1" dirty="0">
                <a:solidFill>
                  <a:srgbClr val="000000"/>
                </a:solidFill>
                <a:ea typeface="Times"/>
                <a:cs typeface="Times New Roman"/>
              </a:rPr>
              <a:t>Step 5.2</a:t>
            </a:r>
            <a:r>
              <a:rPr lang="en-US" sz="800" dirty="0">
                <a:solidFill>
                  <a:srgbClr val="000000"/>
                </a:solidFill>
                <a:ea typeface="Times"/>
                <a:cs typeface="Times New Roman"/>
              </a:rPr>
              <a:t/>
            </a:r>
            <a:br>
              <a:rPr lang="en-US" sz="800" dirty="0">
                <a:solidFill>
                  <a:srgbClr val="000000"/>
                </a:solidFill>
                <a:ea typeface="Times"/>
                <a:cs typeface="Times New Roman"/>
              </a:rPr>
            </a:br>
            <a:r>
              <a:rPr lang="en-US" sz="800" dirty="0">
                <a:solidFill>
                  <a:srgbClr val="000000"/>
                </a:solidFill>
                <a:ea typeface="Times"/>
                <a:cs typeface="Times New Roman"/>
              </a:rPr>
              <a:t>Confirm Roles</a:t>
            </a:r>
            <a:endParaRPr lang="en-US" sz="2800" dirty="0">
              <a:solidFill>
                <a:srgbClr val="000000"/>
              </a:solidFill>
              <a:ea typeface="Times"/>
              <a:cs typeface="Times New Roman"/>
            </a:endParaRPr>
          </a:p>
          <a:p>
            <a:pPr marL="0" marR="0">
              <a:spcBef>
                <a:spcPts val="0"/>
              </a:spcBef>
              <a:spcAft>
                <a:spcPts val="600"/>
              </a:spcAft>
            </a:pPr>
            <a:r>
              <a:rPr lang="en-US" sz="800" b="1" dirty="0">
                <a:solidFill>
                  <a:srgbClr val="000000"/>
                </a:solidFill>
                <a:ea typeface="Times"/>
                <a:cs typeface="Times New Roman"/>
              </a:rPr>
              <a:t>Step 5.3</a:t>
            </a:r>
            <a:r>
              <a:rPr lang="en-US" sz="800" dirty="0">
                <a:solidFill>
                  <a:srgbClr val="000000"/>
                </a:solidFill>
                <a:ea typeface="Times"/>
                <a:cs typeface="Times New Roman"/>
              </a:rPr>
              <a:t/>
            </a:r>
            <a:br>
              <a:rPr lang="en-US" sz="800" dirty="0">
                <a:solidFill>
                  <a:srgbClr val="000000"/>
                </a:solidFill>
                <a:ea typeface="Times"/>
                <a:cs typeface="Times New Roman"/>
              </a:rPr>
            </a:br>
            <a:r>
              <a:rPr lang="en-US" sz="800" dirty="0">
                <a:solidFill>
                  <a:srgbClr val="000000"/>
                </a:solidFill>
                <a:ea typeface="Times"/>
                <a:cs typeface="Times New Roman"/>
              </a:rPr>
              <a:t>Define Deloitte/Client Allocation</a:t>
            </a:r>
            <a:endParaRPr lang="en-US" sz="2800" dirty="0">
              <a:solidFill>
                <a:srgbClr val="000000"/>
              </a:solidFill>
              <a:ea typeface="Times"/>
              <a:cs typeface="Times New Roman"/>
            </a:endParaRPr>
          </a:p>
          <a:p>
            <a:r>
              <a:rPr lang="en-US" sz="800" b="1" dirty="0">
                <a:ea typeface="Times New Roman"/>
                <a:cs typeface="Times New Roman"/>
              </a:rPr>
              <a:t>Step 5.4</a:t>
            </a:r>
            <a:r>
              <a:rPr lang="en-US" sz="800" dirty="0">
                <a:ea typeface="Times New Roman"/>
                <a:cs typeface="Times New Roman"/>
              </a:rPr>
              <a:t/>
            </a:r>
            <a:br>
              <a:rPr lang="en-US" sz="800" dirty="0">
                <a:ea typeface="Times New Roman"/>
                <a:cs typeface="Times New Roman"/>
              </a:rPr>
            </a:br>
            <a:r>
              <a:rPr lang="en-US" sz="800" dirty="0">
                <a:ea typeface="Times New Roman"/>
                <a:cs typeface="Times New Roman"/>
              </a:rPr>
              <a:t>Define Resources</a:t>
            </a:r>
            <a:endParaRPr lang="en-US" sz="2800" dirty="0">
              <a:solidFill>
                <a:srgbClr val="000000">
                  <a:hueOff val="0"/>
                  <a:satOff val="0"/>
                  <a:lumOff val="0"/>
                  <a:alphaOff val="0"/>
                </a:srgbClr>
              </a:solidFill>
            </a:endParaRPr>
          </a:p>
        </p:txBody>
      </p:sp>
      <p:sp>
        <p:nvSpPr>
          <p:cNvPr id="62" name="Rectangle 61"/>
          <p:cNvSpPr/>
          <p:nvPr/>
        </p:nvSpPr>
        <p:spPr>
          <a:xfrm>
            <a:off x="6005797" y="1814974"/>
            <a:ext cx="904261" cy="2694983"/>
          </a:xfrm>
          <a:prstGeom prst="rect">
            <a:avLst/>
          </a:prstGeom>
          <a:solidFill>
            <a:srgbClr val="AADEF1"/>
          </a:solidFill>
          <a:ln>
            <a:solidFill>
              <a:schemeClr val="tx1"/>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47991" tIns="47991" rIns="63988" bIns="71986" numCol="1" spcCol="1269" anchor="t" anchorCtr="0">
            <a:noAutofit/>
          </a:bodyPr>
          <a:lstStyle/>
          <a:p>
            <a:pPr marL="0" marR="0">
              <a:spcBef>
                <a:spcPts val="0"/>
              </a:spcBef>
              <a:spcAft>
                <a:spcPts val="600"/>
              </a:spcAft>
            </a:pPr>
            <a:r>
              <a:rPr lang="en-US" sz="800" b="1" dirty="0">
                <a:solidFill>
                  <a:srgbClr val="000000"/>
                </a:solidFill>
                <a:ea typeface="Times"/>
                <a:cs typeface="Times New Roman"/>
              </a:rPr>
              <a:t> </a:t>
            </a:r>
            <a:endParaRPr lang="en-US" sz="2800" dirty="0">
              <a:solidFill>
                <a:srgbClr val="000000"/>
              </a:solidFill>
              <a:ea typeface="Times"/>
              <a:cs typeface="Times New Roman"/>
            </a:endParaRPr>
          </a:p>
          <a:p>
            <a:pPr marL="0" marR="0">
              <a:spcBef>
                <a:spcPts val="0"/>
              </a:spcBef>
              <a:spcAft>
                <a:spcPts val="600"/>
              </a:spcAft>
            </a:pPr>
            <a:r>
              <a:rPr lang="en-US" sz="800" b="1" dirty="0">
                <a:solidFill>
                  <a:srgbClr val="000000"/>
                </a:solidFill>
                <a:ea typeface="Times"/>
                <a:cs typeface="Times New Roman"/>
              </a:rPr>
              <a:t>Step 6.1</a:t>
            </a:r>
            <a:r>
              <a:rPr lang="en-US" sz="800" dirty="0">
                <a:solidFill>
                  <a:srgbClr val="000000"/>
                </a:solidFill>
                <a:ea typeface="Times"/>
                <a:cs typeface="Times New Roman"/>
              </a:rPr>
              <a:t/>
            </a:r>
            <a:br>
              <a:rPr lang="en-US" sz="800" dirty="0">
                <a:solidFill>
                  <a:srgbClr val="000000"/>
                </a:solidFill>
                <a:ea typeface="Times"/>
                <a:cs typeface="Times New Roman"/>
              </a:rPr>
            </a:br>
            <a:r>
              <a:rPr lang="en-US" sz="800" dirty="0" smtClean="0">
                <a:solidFill>
                  <a:srgbClr val="000000"/>
                </a:solidFill>
                <a:ea typeface="Times"/>
                <a:cs typeface="Times New Roman"/>
              </a:rPr>
              <a:t>Run Effort and Cost Reports</a:t>
            </a:r>
            <a:endParaRPr lang="en-US" sz="2800" dirty="0">
              <a:solidFill>
                <a:srgbClr val="000000"/>
              </a:solidFill>
              <a:ea typeface="Times"/>
              <a:cs typeface="Times New Roman"/>
            </a:endParaRPr>
          </a:p>
          <a:p>
            <a:pPr marL="0" marR="0">
              <a:spcBef>
                <a:spcPts val="0"/>
              </a:spcBef>
              <a:spcAft>
                <a:spcPts val="600"/>
              </a:spcAft>
            </a:pPr>
            <a:r>
              <a:rPr lang="en-US" sz="800" b="1" dirty="0">
                <a:solidFill>
                  <a:srgbClr val="000000"/>
                </a:solidFill>
                <a:ea typeface="Times"/>
                <a:cs typeface="Times New Roman"/>
              </a:rPr>
              <a:t>Step 6.2</a:t>
            </a:r>
            <a:r>
              <a:rPr lang="en-US" sz="800" dirty="0">
                <a:solidFill>
                  <a:srgbClr val="000000"/>
                </a:solidFill>
                <a:ea typeface="Times"/>
                <a:cs typeface="Times New Roman"/>
              </a:rPr>
              <a:t/>
            </a:r>
            <a:br>
              <a:rPr lang="en-US" sz="800" dirty="0">
                <a:solidFill>
                  <a:srgbClr val="000000"/>
                </a:solidFill>
                <a:ea typeface="Times"/>
                <a:cs typeface="Times New Roman"/>
              </a:rPr>
            </a:br>
            <a:r>
              <a:rPr lang="en-US" sz="800" dirty="0" smtClean="0">
                <a:solidFill>
                  <a:srgbClr val="000000"/>
                </a:solidFill>
                <a:ea typeface="Times"/>
                <a:cs typeface="Times New Roman"/>
              </a:rPr>
              <a:t>Review and adjust Task Estimates</a:t>
            </a:r>
            <a:endParaRPr lang="en-US" sz="2800" dirty="0">
              <a:solidFill>
                <a:srgbClr val="000000"/>
              </a:solidFill>
              <a:ea typeface="Times"/>
              <a:cs typeface="Times New Roman"/>
            </a:endParaRPr>
          </a:p>
          <a:p>
            <a:r>
              <a:rPr lang="en-US" sz="800" b="1" dirty="0">
                <a:ea typeface="Times New Roman"/>
                <a:cs typeface="Times New Roman"/>
              </a:rPr>
              <a:t>Step 6.3</a:t>
            </a:r>
            <a:r>
              <a:rPr lang="en-US" sz="800" dirty="0">
                <a:ea typeface="Times New Roman"/>
                <a:cs typeface="Times New Roman"/>
              </a:rPr>
              <a:t/>
            </a:r>
            <a:br>
              <a:rPr lang="en-US" sz="800" dirty="0">
                <a:ea typeface="Times New Roman"/>
                <a:cs typeface="Times New Roman"/>
              </a:rPr>
            </a:br>
            <a:r>
              <a:rPr lang="en-US" sz="800" dirty="0" smtClean="0">
                <a:ea typeface="Times New Roman"/>
                <a:cs typeface="Times New Roman"/>
              </a:rPr>
              <a:t>Review and adjust Rate Groups</a:t>
            </a:r>
          </a:p>
          <a:p>
            <a:pPr lvl="0"/>
            <a:endParaRPr lang="en-US" sz="800" b="1" dirty="0" smtClean="0">
              <a:solidFill>
                <a:srgbClr val="000000">
                  <a:hueOff val="0"/>
                  <a:satOff val="0"/>
                  <a:lumOff val="0"/>
                  <a:alphaOff val="0"/>
                </a:srgbClr>
              </a:solidFill>
              <a:ea typeface="Times New Roman"/>
              <a:cs typeface="Times New Roman"/>
            </a:endParaRPr>
          </a:p>
          <a:p>
            <a:pPr lvl="0"/>
            <a:r>
              <a:rPr lang="en-US" sz="800" b="1" dirty="0" smtClean="0">
                <a:solidFill>
                  <a:srgbClr val="000000">
                    <a:hueOff val="0"/>
                    <a:satOff val="0"/>
                    <a:lumOff val="0"/>
                    <a:alphaOff val="0"/>
                  </a:srgbClr>
                </a:solidFill>
                <a:ea typeface="Times New Roman"/>
                <a:cs typeface="Times New Roman"/>
              </a:rPr>
              <a:t>Step 6.4</a:t>
            </a:r>
            <a:r>
              <a:rPr lang="en-US" sz="800" dirty="0">
                <a:solidFill>
                  <a:srgbClr val="000000">
                    <a:hueOff val="0"/>
                    <a:satOff val="0"/>
                    <a:lumOff val="0"/>
                    <a:alphaOff val="0"/>
                  </a:srgbClr>
                </a:solidFill>
                <a:ea typeface="Times New Roman"/>
                <a:cs typeface="Times New Roman"/>
              </a:rPr>
              <a:t/>
            </a:r>
            <a:br>
              <a:rPr lang="en-US" sz="800" dirty="0">
                <a:solidFill>
                  <a:srgbClr val="000000">
                    <a:hueOff val="0"/>
                    <a:satOff val="0"/>
                    <a:lumOff val="0"/>
                    <a:alphaOff val="0"/>
                  </a:srgbClr>
                </a:solidFill>
                <a:ea typeface="Times New Roman"/>
                <a:cs typeface="Times New Roman"/>
              </a:rPr>
            </a:br>
            <a:r>
              <a:rPr lang="en-US" sz="800" dirty="0">
                <a:solidFill>
                  <a:srgbClr val="000000">
                    <a:hueOff val="0"/>
                    <a:satOff val="0"/>
                    <a:lumOff val="0"/>
                    <a:alphaOff val="0"/>
                  </a:srgbClr>
                </a:solidFill>
                <a:ea typeface="Times New Roman"/>
                <a:cs typeface="Times New Roman"/>
              </a:rPr>
              <a:t>Review and adjust Rate </a:t>
            </a:r>
            <a:r>
              <a:rPr lang="en-US" sz="800" dirty="0" smtClean="0">
                <a:solidFill>
                  <a:srgbClr val="000000">
                    <a:hueOff val="0"/>
                    <a:satOff val="0"/>
                    <a:lumOff val="0"/>
                    <a:alphaOff val="0"/>
                  </a:srgbClr>
                </a:solidFill>
                <a:ea typeface="Times New Roman"/>
                <a:cs typeface="Times New Roman"/>
              </a:rPr>
              <a:t>Group Allocation</a:t>
            </a:r>
            <a:endParaRPr lang="en-US" sz="2800" dirty="0">
              <a:solidFill>
                <a:srgbClr val="000000">
                  <a:hueOff val="0"/>
                  <a:satOff val="0"/>
                  <a:lumOff val="0"/>
                  <a:alphaOff val="0"/>
                </a:srgbClr>
              </a:solidFill>
            </a:endParaRPr>
          </a:p>
          <a:p>
            <a:endParaRPr lang="en-US" sz="800" dirty="0">
              <a:solidFill>
                <a:srgbClr val="000000">
                  <a:hueOff val="0"/>
                  <a:satOff val="0"/>
                  <a:lumOff val="0"/>
                  <a:alphaOff val="0"/>
                </a:srgbClr>
              </a:solidFill>
            </a:endParaRPr>
          </a:p>
        </p:txBody>
      </p:sp>
      <p:sp>
        <p:nvSpPr>
          <p:cNvPr id="66" name="Rectangle 65"/>
          <p:cNvSpPr/>
          <p:nvPr/>
        </p:nvSpPr>
        <p:spPr>
          <a:xfrm>
            <a:off x="2100246" y="1814974"/>
            <a:ext cx="960469" cy="2694983"/>
          </a:xfrm>
          <a:prstGeom prst="rect">
            <a:avLst/>
          </a:prstGeom>
          <a:solidFill>
            <a:srgbClr val="AADEF1"/>
          </a:solidFill>
          <a:ln>
            <a:solidFill>
              <a:schemeClr val="tx1"/>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47991" tIns="47991" rIns="63988" bIns="71986" numCol="1" spcCol="1269" anchor="t" anchorCtr="0">
            <a:noAutofit/>
          </a:bodyPr>
          <a:lstStyle/>
          <a:p>
            <a:pPr marL="0" marR="0">
              <a:spcBef>
                <a:spcPts val="0"/>
              </a:spcBef>
              <a:spcAft>
                <a:spcPts val="600"/>
              </a:spcAft>
            </a:pPr>
            <a:r>
              <a:rPr lang="en-US" sz="800" b="1" dirty="0">
                <a:solidFill>
                  <a:srgbClr val="000000"/>
                </a:solidFill>
                <a:ea typeface="Times"/>
                <a:cs typeface="Times New Roman"/>
              </a:rPr>
              <a:t> </a:t>
            </a:r>
            <a:endParaRPr lang="en-US" sz="2800" dirty="0">
              <a:solidFill>
                <a:srgbClr val="000000"/>
              </a:solidFill>
              <a:ea typeface="Times"/>
              <a:cs typeface="Times New Roman"/>
            </a:endParaRPr>
          </a:p>
          <a:p>
            <a:pPr marL="0" marR="0">
              <a:spcBef>
                <a:spcPts val="0"/>
              </a:spcBef>
              <a:spcAft>
                <a:spcPts val="600"/>
              </a:spcAft>
            </a:pPr>
            <a:r>
              <a:rPr lang="en-US" sz="800" b="1" dirty="0">
                <a:solidFill>
                  <a:srgbClr val="000000"/>
                </a:solidFill>
                <a:ea typeface="Times"/>
                <a:cs typeface="Times New Roman"/>
              </a:rPr>
              <a:t>Step 2.1</a:t>
            </a:r>
            <a:r>
              <a:rPr lang="en-US" sz="800" dirty="0">
                <a:solidFill>
                  <a:srgbClr val="000000"/>
                </a:solidFill>
                <a:ea typeface="Times"/>
                <a:cs typeface="Times New Roman"/>
              </a:rPr>
              <a:t/>
            </a:r>
            <a:br>
              <a:rPr lang="en-US" sz="800" dirty="0">
                <a:solidFill>
                  <a:srgbClr val="000000"/>
                </a:solidFill>
                <a:ea typeface="Times"/>
                <a:cs typeface="Times New Roman"/>
              </a:rPr>
            </a:br>
            <a:r>
              <a:rPr lang="en-US" sz="800" dirty="0">
                <a:solidFill>
                  <a:srgbClr val="000000"/>
                </a:solidFill>
                <a:ea typeface="Times"/>
                <a:cs typeface="Times New Roman"/>
              </a:rPr>
              <a:t>Confirm phases in scope</a:t>
            </a:r>
            <a:endParaRPr lang="en-US" sz="2800" dirty="0">
              <a:solidFill>
                <a:srgbClr val="000000"/>
              </a:solidFill>
              <a:ea typeface="Times"/>
              <a:cs typeface="Times New Roman"/>
            </a:endParaRPr>
          </a:p>
          <a:p>
            <a:pPr marL="0" marR="0">
              <a:spcBef>
                <a:spcPts val="0"/>
              </a:spcBef>
              <a:spcAft>
                <a:spcPts val="600"/>
              </a:spcAft>
            </a:pPr>
            <a:r>
              <a:rPr lang="en-US" sz="800" b="1" dirty="0">
                <a:solidFill>
                  <a:srgbClr val="000000"/>
                </a:solidFill>
                <a:ea typeface="Times"/>
                <a:cs typeface="Times New Roman"/>
              </a:rPr>
              <a:t>Step 2.2</a:t>
            </a:r>
            <a:r>
              <a:rPr lang="en-US" sz="800" dirty="0">
                <a:solidFill>
                  <a:srgbClr val="000000"/>
                </a:solidFill>
                <a:ea typeface="Times"/>
                <a:cs typeface="Times New Roman"/>
              </a:rPr>
              <a:t/>
            </a:r>
            <a:br>
              <a:rPr lang="en-US" sz="800" dirty="0">
                <a:solidFill>
                  <a:srgbClr val="000000"/>
                </a:solidFill>
                <a:ea typeface="Times"/>
                <a:cs typeface="Times New Roman"/>
              </a:rPr>
            </a:br>
            <a:r>
              <a:rPr lang="en-US" sz="800" dirty="0">
                <a:solidFill>
                  <a:srgbClr val="000000"/>
                </a:solidFill>
                <a:ea typeface="Times"/>
                <a:cs typeface="Times New Roman"/>
              </a:rPr>
              <a:t>Select Method Framework</a:t>
            </a:r>
            <a:endParaRPr lang="en-US" sz="2800" dirty="0">
              <a:solidFill>
                <a:srgbClr val="000000"/>
              </a:solidFill>
              <a:ea typeface="Times"/>
              <a:cs typeface="Times New Roman"/>
            </a:endParaRPr>
          </a:p>
          <a:p>
            <a:r>
              <a:rPr lang="en-US" sz="800" b="1" dirty="0">
                <a:ea typeface="Times New Roman"/>
                <a:cs typeface="Times New Roman"/>
              </a:rPr>
              <a:t>Step 2.3</a:t>
            </a:r>
            <a:r>
              <a:rPr lang="en-US" sz="800" dirty="0">
                <a:ea typeface="Times New Roman"/>
                <a:cs typeface="Times New Roman"/>
              </a:rPr>
              <a:t/>
            </a:r>
            <a:br>
              <a:rPr lang="en-US" sz="800" dirty="0">
                <a:ea typeface="Times New Roman"/>
                <a:cs typeface="Times New Roman"/>
              </a:rPr>
            </a:br>
            <a:r>
              <a:rPr lang="en-US" sz="800" dirty="0">
                <a:ea typeface="Times New Roman"/>
                <a:cs typeface="Times New Roman"/>
              </a:rPr>
              <a:t>Select Method Tasks</a:t>
            </a:r>
            <a:endParaRPr lang="en-US" sz="2800" dirty="0">
              <a:solidFill>
                <a:srgbClr val="000000">
                  <a:hueOff val="0"/>
                  <a:satOff val="0"/>
                  <a:lumOff val="0"/>
                  <a:alphaOff val="0"/>
                </a:srgbClr>
              </a:solidFill>
            </a:endParaRPr>
          </a:p>
        </p:txBody>
      </p:sp>
      <p:sp>
        <p:nvSpPr>
          <p:cNvPr id="73" name="Rectangle 72"/>
          <p:cNvSpPr/>
          <p:nvPr/>
        </p:nvSpPr>
        <p:spPr>
          <a:xfrm>
            <a:off x="6950853" y="1817247"/>
            <a:ext cx="906064" cy="2694983"/>
          </a:xfrm>
          <a:prstGeom prst="rect">
            <a:avLst/>
          </a:prstGeom>
          <a:solidFill>
            <a:srgbClr val="AADEF1"/>
          </a:solidFill>
          <a:ln>
            <a:solidFill>
              <a:schemeClr val="tx1"/>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47991" tIns="47991" rIns="63988" bIns="71986" numCol="1" spcCol="1269" anchor="t" anchorCtr="0">
            <a:noAutofit/>
          </a:bodyPr>
          <a:lstStyle/>
          <a:p>
            <a:pPr marL="0" marR="0">
              <a:spcBef>
                <a:spcPts val="0"/>
              </a:spcBef>
              <a:spcAft>
                <a:spcPts val="600"/>
              </a:spcAft>
            </a:pPr>
            <a:r>
              <a:rPr lang="en-US" sz="800" b="1" dirty="0">
                <a:solidFill>
                  <a:srgbClr val="000000"/>
                </a:solidFill>
                <a:ea typeface="Times"/>
                <a:cs typeface="Times New Roman"/>
              </a:rPr>
              <a:t> </a:t>
            </a:r>
            <a:endParaRPr lang="en-US" sz="2800" dirty="0">
              <a:solidFill>
                <a:srgbClr val="000000"/>
              </a:solidFill>
              <a:ea typeface="Times"/>
              <a:cs typeface="Times New Roman"/>
            </a:endParaRPr>
          </a:p>
          <a:p>
            <a:pPr>
              <a:spcBef>
                <a:spcPts val="0"/>
              </a:spcBef>
              <a:spcAft>
                <a:spcPts val="600"/>
              </a:spcAft>
            </a:pPr>
            <a:r>
              <a:rPr lang="en-US" sz="800" b="1" dirty="0">
                <a:solidFill>
                  <a:srgbClr val="000000"/>
                </a:solidFill>
                <a:ea typeface="Times"/>
                <a:cs typeface="Times New Roman"/>
              </a:rPr>
              <a:t>Step 7.1</a:t>
            </a:r>
            <a:r>
              <a:rPr lang="en-US" sz="800" dirty="0">
                <a:solidFill>
                  <a:srgbClr val="000000"/>
                </a:solidFill>
                <a:ea typeface="Times"/>
                <a:cs typeface="Times New Roman"/>
              </a:rPr>
              <a:t/>
            </a:r>
            <a:br>
              <a:rPr lang="en-US" sz="800" dirty="0">
                <a:solidFill>
                  <a:srgbClr val="000000"/>
                </a:solidFill>
                <a:ea typeface="Times"/>
                <a:cs typeface="Times New Roman"/>
              </a:rPr>
            </a:br>
            <a:r>
              <a:rPr lang="en-US" sz="800" dirty="0">
                <a:solidFill>
                  <a:srgbClr val="000000"/>
                </a:solidFill>
                <a:ea typeface="Times"/>
                <a:cs typeface="Times New Roman"/>
              </a:rPr>
              <a:t>Run Staffing Plan Interface </a:t>
            </a:r>
            <a:endParaRPr lang="en-US" sz="800" dirty="0" smtClean="0">
              <a:solidFill>
                <a:srgbClr val="000000"/>
              </a:solidFill>
              <a:ea typeface="Times"/>
              <a:cs typeface="Times New Roman"/>
            </a:endParaRPr>
          </a:p>
          <a:p>
            <a:pPr>
              <a:spcBef>
                <a:spcPts val="0"/>
              </a:spcBef>
              <a:spcAft>
                <a:spcPts val="600"/>
              </a:spcAft>
            </a:pPr>
            <a:r>
              <a:rPr lang="en-US" sz="800" b="1" dirty="0" smtClean="0">
                <a:solidFill>
                  <a:srgbClr val="000000"/>
                </a:solidFill>
                <a:ea typeface="Times"/>
                <a:cs typeface="Times New Roman"/>
              </a:rPr>
              <a:t>Step </a:t>
            </a:r>
            <a:r>
              <a:rPr lang="en-US" sz="800" b="1" dirty="0">
                <a:solidFill>
                  <a:srgbClr val="000000"/>
                </a:solidFill>
                <a:ea typeface="Times"/>
                <a:cs typeface="Times New Roman"/>
              </a:rPr>
              <a:t>7.2</a:t>
            </a:r>
            <a:r>
              <a:rPr lang="en-US" sz="800" dirty="0">
                <a:solidFill>
                  <a:srgbClr val="000000"/>
                </a:solidFill>
                <a:ea typeface="Times"/>
                <a:cs typeface="Times New Roman"/>
              </a:rPr>
              <a:t/>
            </a:r>
            <a:br>
              <a:rPr lang="en-US" sz="800" dirty="0">
                <a:solidFill>
                  <a:srgbClr val="000000"/>
                </a:solidFill>
                <a:ea typeface="Times"/>
                <a:cs typeface="Times New Roman"/>
              </a:rPr>
            </a:br>
            <a:r>
              <a:rPr lang="en-US" sz="800" dirty="0" smtClean="0">
                <a:solidFill>
                  <a:srgbClr val="000000"/>
                </a:solidFill>
                <a:ea typeface="Times"/>
                <a:cs typeface="Times New Roman"/>
              </a:rPr>
              <a:t>Build Staffing Plan</a:t>
            </a:r>
            <a:endParaRPr lang="en-US" sz="2800" dirty="0">
              <a:solidFill>
                <a:srgbClr val="000000"/>
              </a:solidFill>
              <a:ea typeface="Times"/>
              <a:cs typeface="Times New Roman"/>
            </a:endParaRPr>
          </a:p>
        </p:txBody>
      </p:sp>
      <p:sp>
        <p:nvSpPr>
          <p:cNvPr id="74" name="Rectangle 73"/>
          <p:cNvSpPr/>
          <p:nvPr/>
        </p:nvSpPr>
        <p:spPr>
          <a:xfrm>
            <a:off x="7895907" y="1819516"/>
            <a:ext cx="903102" cy="2694983"/>
          </a:xfrm>
          <a:prstGeom prst="rect">
            <a:avLst/>
          </a:prstGeom>
          <a:solidFill>
            <a:srgbClr val="AADEF1"/>
          </a:solidFill>
          <a:ln>
            <a:solidFill>
              <a:schemeClr val="tx1"/>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47991" tIns="47991" rIns="63988" bIns="71986" numCol="1" spcCol="1269" anchor="t" anchorCtr="0">
            <a:noAutofit/>
          </a:bodyPr>
          <a:lstStyle/>
          <a:p>
            <a:pPr marL="0" marR="0">
              <a:spcBef>
                <a:spcPts val="0"/>
              </a:spcBef>
              <a:spcAft>
                <a:spcPts val="600"/>
              </a:spcAft>
            </a:pPr>
            <a:r>
              <a:rPr lang="en-US" sz="800" b="1" dirty="0">
                <a:solidFill>
                  <a:srgbClr val="000000"/>
                </a:solidFill>
                <a:ea typeface="Times"/>
                <a:cs typeface="Times New Roman"/>
              </a:rPr>
              <a:t> </a:t>
            </a:r>
            <a:endParaRPr lang="en-US" sz="2800" dirty="0">
              <a:solidFill>
                <a:srgbClr val="000000"/>
              </a:solidFill>
              <a:ea typeface="Times"/>
              <a:cs typeface="Times New Roman"/>
            </a:endParaRPr>
          </a:p>
          <a:p>
            <a:pPr>
              <a:spcBef>
                <a:spcPts val="0"/>
              </a:spcBef>
              <a:spcAft>
                <a:spcPts val="600"/>
              </a:spcAft>
            </a:pPr>
            <a:r>
              <a:rPr lang="en-US" sz="800" b="1" dirty="0">
                <a:solidFill>
                  <a:srgbClr val="000000"/>
                </a:solidFill>
                <a:ea typeface="Times"/>
                <a:cs typeface="Times New Roman"/>
              </a:rPr>
              <a:t>Step </a:t>
            </a:r>
            <a:r>
              <a:rPr lang="en-US" sz="800" b="1" dirty="0" smtClean="0">
                <a:solidFill>
                  <a:srgbClr val="000000"/>
                </a:solidFill>
                <a:ea typeface="Times"/>
                <a:cs typeface="Times New Roman"/>
              </a:rPr>
              <a:t>8.1</a:t>
            </a:r>
            <a:r>
              <a:rPr lang="en-US" sz="800" dirty="0">
                <a:solidFill>
                  <a:srgbClr val="000000"/>
                </a:solidFill>
                <a:ea typeface="Times"/>
                <a:cs typeface="Times New Roman"/>
              </a:rPr>
              <a:t/>
            </a:r>
            <a:br>
              <a:rPr lang="en-US" sz="800" dirty="0">
                <a:solidFill>
                  <a:srgbClr val="000000"/>
                </a:solidFill>
                <a:ea typeface="Times"/>
                <a:cs typeface="Times New Roman"/>
              </a:rPr>
            </a:br>
            <a:r>
              <a:rPr lang="en-US" sz="800" dirty="0">
                <a:solidFill>
                  <a:srgbClr val="000000"/>
                </a:solidFill>
                <a:ea typeface="Times"/>
                <a:cs typeface="Times New Roman"/>
              </a:rPr>
              <a:t>Engage Pricing COE</a:t>
            </a:r>
            <a:endParaRPr lang="en-US" sz="800" dirty="0">
              <a:ea typeface="Times New Roman"/>
              <a:cs typeface="Times New Roman"/>
            </a:endParaRPr>
          </a:p>
          <a:p>
            <a:pPr marL="0" marR="0">
              <a:spcBef>
                <a:spcPts val="0"/>
              </a:spcBef>
              <a:spcAft>
                <a:spcPts val="600"/>
              </a:spcAft>
            </a:pPr>
            <a:r>
              <a:rPr lang="en-US" sz="800" b="1" dirty="0" smtClean="0">
                <a:solidFill>
                  <a:srgbClr val="000000"/>
                </a:solidFill>
                <a:ea typeface="Times"/>
                <a:cs typeface="Times New Roman"/>
              </a:rPr>
              <a:t>Step 8.2</a:t>
            </a:r>
            <a:r>
              <a:rPr lang="en-US" sz="800" dirty="0">
                <a:solidFill>
                  <a:srgbClr val="000000"/>
                </a:solidFill>
                <a:ea typeface="Times"/>
                <a:cs typeface="Times New Roman"/>
              </a:rPr>
              <a:t/>
            </a:r>
            <a:br>
              <a:rPr lang="en-US" sz="800" dirty="0">
                <a:solidFill>
                  <a:srgbClr val="000000"/>
                </a:solidFill>
                <a:ea typeface="Times"/>
                <a:cs typeface="Times New Roman"/>
              </a:rPr>
            </a:br>
            <a:r>
              <a:rPr lang="en-US" sz="800" dirty="0" smtClean="0">
                <a:ea typeface="Times New Roman"/>
                <a:cs typeface="Times New Roman"/>
              </a:rPr>
              <a:t>Run </a:t>
            </a:r>
            <a:r>
              <a:rPr lang="en-US" sz="800" dirty="0">
                <a:ea typeface="Times New Roman"/>
                <a:cs typeface="Times New Roman"/>
              </a:rPr>
              <a:t>Pricing Model </a:t>
            </a:r>
            <a:r>
              <a:rPr lang="en-US" sz="800" dirty="0" smtClean="0">
                <a:ea typeface="Times New Roman"/>
                <a:cs typeface="Times New Roman"/>
              </a:rPr>
              <a:t>Interface</a:t>
            </a:r>
          </a:p>
          <a:p>
            <a:pPr>
              <a:spcBef>
                <a:spcPts val="0"/>
              </a:spcBef>
              <a:spcAft>
                <a:spcPts val="600"/>
              </a:spcAft>
            </a:pPr>
            <a:r>
              <a:rPr lang="en-US" sz="800" b="1" dirty="0" smtClean="0">
                <a:solidFill>
                  <a:srgbClr val="000000"/>
                </a:solidFill>
                <a:ea typeface="Times"/>
                <a:cs typeface="Times New Roman"/>
              </a:rPr>
              <a:t>Step 8.3</a:t>
            </a:r>
            <a:r>
              <a:rPr lang="en-US" sz="800" dirty="0">
                <a:solidFill>
                  <a:srgbClr val="000000"/>
                </a:solidFill>
                <a:ea typeface="Times"/>
                <a:cs typeface="Times New Roman"/>
              </a:rPr>
              <a:t/>
            </a:r>
            <a:br>
              <a:rPr lang="en-US" sz="800" dirty="0">
                <a:solidFill>
                  <a:srgbClr val="000000"/>
                </a:solidFill>
                <a:ea typeface="Times"/>
                <a:cs typeface="Times New Roman"/>
              </a:rPr>
            </a:br>
            <a:r>
              <a:rPr lang="en-US" sz="800" dirty="0">
                <a:solidFill>
                  <a:srgbClr val="000000"/>
                </a:solidFill>
                <a:ea typeface="Times"/>
                <a:cs typeface="Times New Roman"/>
              </a:rPr>
              <a:t>Build </a:t>
            </a:r>
            <a:r>
              <a:rPr lang="en-US" sz="800" dirty="0" smtClean="0">
                <a:solidFill>
                  <a:srgbClr val="000000"/>
                </a:solidFill>
                <a:ea typeface="Times"/>
                <a:cs typeface="Times New Roman"/>
              </a:rPr>
              <a:t>Pricing Model</a:t>
            </a:r>
            <a:r>
              <a:rPr lang="en-US" sz="800" dirty="0">
                <a:ea typeface="Times New Roman"/>
                <a:cs typeface="Times New Roman"/>
              </a:rPr>
              <a:t/>
            </a:r>
            <a:br>
              <a:rPr lang="en-US" sz="800" dirty="0">
                <a:ea typeface="Times New Roman"/>
                <a:cs typeface="Times New Roman"/>
              </a:rPr>
            </a:br>
            <a:endParaRPr lang="en-US" sz="2800" dirty="0" smtClean="0">
              <a:solidFill>
                <a:srgbClr val="000000">
                  <a:hueOff val="0"/>
                  <a:satOff val="0"/>
                  <a:lumOff val="0"/>
                  <a:alphaOff val="0"/>
                </a:srgbClr>
              </a:solidFill>
            </a:endParaRPr>
          </a:p>
          <a:p>
            <a:pPr marL="63668" lvl="1" indent="-63668" defTabSz="445673">
              <a:lnSpc>
                <a:spcPct val="90000"/>
              </a:lnSpc>
              <a:spcAft>
                <a:spcPct val="15000"/>
              </a:spcAft>
              <a:buClr>
                <a:srgbClr val="000000"/>
              </a:buClr>
              <a:buFontTx/>
              <a:buChar char="••"/>
            </a:pPr>
            <a:endParaRPr lang="en-US" sz="1000" dirty="0">
              <a:solidFill>
                <a:srgbClr val="000000">
                  <a:hueOff val="0"/>
                  <a:satOff val="0"/>
                  <a:lumOff val="0"/>
                  <a:alphaOff val="0"/>
                </a:srgbClr>
              </a:solidFill>
            </a:endParaRPr>
          </a:p>
          <a:p>
            <a:pPr marL="63668" lvl="1" indent="-63668" defTabSz="445673">
              <a:lnSpc>
                <a:spcPct val="90000"/>
              </a:lnSpc>
              <a:spcAft>
                <a:spcPct val="15000"/>
              </a:spcAft>
              <a:buClr>
                <a:srgbClr val="000000"/>
              </a:buClr>
              <a:buFontTx/>
              <a:buChar char="••"/>
            </a:pPr>
            <a:endParaRPr lang="en-US" sz="1000" dirty="0">
              <a:solidFill>
                <a:srgbClr val="000000">
                  <a:hueOff val="0"/>
                  <a:satOff val="0"/>
                  <a:lumOff val="0"/>
                  <a:alphaOff val="0"/>
                </a:srgbClr>
              </a:solidFill>
            </a:endParaRPr>
          </a:p>
        </p:txBody>
      </p:sp>
      <p:sp>
        <p:nvSpPr>
          <p:cNvPr id="75" name="Rectangle 74"/>
          <p:cNvSpPr/>
          <p:nvPr/>
        </p:nvSpPr>
        <p:spPr>
          <a:xfrm>
            <a:off x="8840962" y="1821796"/>
            <a:ext cx="904899" cy="2694983"/>
          </a:xfrm>
          <a:prstGeom prst="rect">
            <a:avLst/>
          </a:prstGeom>
          <a:solidFill>
            <a:srgbClr val="AADEF1"/>
          </a:solidFill>
          <a:ln>
            <a:solidFill>
              <a:schemeClr val="tx1"/>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47991" tIns="47991" rIns="63988" bIns="71986" numCol="1" spcCol="1269" anchor="t" anchorCtr="0">
            <a:noAutofit/>
          </a:bodyPr>
          <a:lstStyle/>
          <a:p>
            <a:pPr marL="0" marR="0">
              <a:spcBef>
                <a:spcPts val="0"/>
              </a:spcBef>
              <a:spcAft>
                <a:spcPts val="600"/>
              </a:spcAft>
            </a:pPr>
            <a:r>
              <a:rPr lang="en-US" sz="800" b="1" dirty="0">
                <a:solidFill>
                  <a:srgbClr val="000000"/>
                </a:solidFill>
                <a:ea typeface="Times"/>
                <a:cs typeface="Times New Roman"/>
              </a:rPr>
              <a:t> </a:t>
            </a:r>
            <a:endParaRPr lang="en-US" sz="2800" dirty="0">
              <a:solidFill>
                <a:srgbClr val="000000"/>
              </a:solidFill>
              <a:ea typeface="Times"/>
              <a:cs typeface="Times New Roman"/>
            </a:endParaRPr>
          </a:p>
          <a:p>
            <a:pPr marL="0" marR="0">
              <a:spcBef>
                <a:spcPts val="0"/>
              </a:spcBef>
              <a:spcAft>
                <a:spcPts val="600"/>
              </a:spcAft>
            </a:pPr>
            <a:r>
              <a:rPr lang="en-US" sz="800" b="1" dirty="0">
                <a:solidFill>
                  <a:srgbClr val="000000"/>
                </a:solidFill>
                <a:ea typeface="Times"/>
                <a:cs typeface="Times New Roman"/>
              </a:rPr>
              <a:t>Step 9.1</a:t>
            </a:r>
            <a:r>
              <a:rPr lang="en-US" sz="800" dirty="0">
                <a:solidFill>
                  <a:srgbClr val="000000"/>
                </a:solidFill>
                <a:ea typeface="Times"/>
                <a:cs typeface="Times New Roman"/>
              </a:rPr>
              <a:t/>
            </a:r>
            <a:br>
              <a:rPr lang="en-US" sz="800" dirty="0">
                <a:solidFill>
                  <a:srgbClr val="000000"/>
                </a:solidFill>
                <a:ea typeface="Times"/>
                <a:cs typeface="Times New Roman"/>
              </a:rPr>
            </a:br>
            <a:r>
              <a:rPr lang="en-US" sz="800" dirty="0">
                <a:solidFill>
                  <a:srgbClr val="000000"/>
                </a:solidFill>
                <a:ea typeface="Times"/>
                <a:cs typeface="Times New Roman"/>
              </a:rPr>
              <a:t>Generate Master Plan</a:t>
            </a:r>
            <a:endParaRPr lang="en-US" sz="2800" dirty="0">
              <a:solidFill>
                <a:srgbClr val="000000"/>
              </a:solidFill>
              <a:ea typeface="Times"/>
              <a:cs typeface="Times New Roman"/>
            </a:endParaRPr>
          </a:p>
          <a:p>
            <a:pPr marL="0" marR="0">
              <a:spcBef>
                <a:spcPts val="0"/>
              </a:spcBef>
              <a:spcAft>
                <a:spcPts val="600"/>
              </a:spcAft>
            </a:pPr>
            <a:r>
              <a:rPr lang="en-US" sz="800" b="1" dirty="0">
                <a:solidFill>
                  <a:srgbClr val="000000"/>
                </a:solidFill>
                <a:ea typeface="Times"/>
                <a:cs typeface="Times New Roman"/>
              </a:rPr>
              <a:t>Step 9.2</a:t>
            </a:r>
            <a:r>
              <a:rPr lang="en-US" sz="800" dirty="0">
                <a:solidFill>
                  <a:srgbClr val="000000"/>
                </a:solidFill>
                <a:ea typeface="Times"/>
                <a:cs typeface="Times New Roman"/>
              </a:rPr>
              <a:t/>
            </a:r>
            <a:br>
              <a:rPr lang="en-US" sz="800" dirty="0">
                <a:solidFill>
                  <a:srgbClr val="000000"/>
                </a:solidFill>
                <a:ea typeface="Times"/>
                <a:cs typeface="Times New Roman"/>
              </a:rPr>
            </a:br>
            <a:r>
              <a:rPr lang="en-US" sz="800" dirty="0">
                <a:solidFill>
                  <a:srgbClr val="000000"/>
                </a:solidFill>
                <a:ea typeface="Times"/>
                <a:cs typeface="Times New Roman"/>
              </a:rPr>
              <a:t>Generate Summary Plan</a:t>
            </a:r>
            <a:endParaRPr lang="en-US" sz="2800" dirty="0">
              <a:solidFill>
                <a:srgbClr val="000000"/>
              </a:solidFill>
              <a:ea typeface="Times"/>
              <a:cs typeface="Times New Roman"/>
            </a:endParaRPr>
          </a:p>
          <a:p>
            <a:pPr marL="0" marR="0">
              <a:spcBef>
                <a:spcPts val="0"/>
              </a:spcBef>
              <a:spcAft>
                <a:spcPts val="600"/>
              </a:spcAft>
            </a:pPr>
            <a:r>
              <a:rPr lang="en-US" sz="800" b="1" dirty="0">
                <a:solidFill>
                  <a:srgbClr val="000000"/>
                </a:solidFill>
                <a:ea typeface="Times"/>
                <a:cs typeface="Times New Roman"/>
              </a:rPr>
              <a:t>Step 9.3</a:t>
            </a:r>
            <a:r>
              <a:rPr lang="en-US" sz="800" dirty="0">
                <a:solidFill>
                  <a:srgbClr val="000000"/>
                </a:solidFill>
                <a:ea typeface="Times"/>
                <a:cs typeface="Times New Roman"/>
              </a:rPr>
              <a:t/>
            </a:r>
            <a:br>
              <a:rPr lang="en-US" sz="800" dirty="0">
                <a:solidFill>
                  <a:srgbClr val="000000"/>
                </a:solidFill>
                <a:ea typeface="Times"/>
                <a:cs typeface="Times New Roman"/>
              </a:rPr>
            </a:br>
            <a:r>
              <a:rPr lang="en-US" sz="800" dirty="0">
                <a:solidFill>
                  <a:srgbClr val="000000"/>
                </a:solidFill>
                <a:ea typeface="Times"/>
                <a:cs typeface="Times New Roman"/>
              </a:rPr>
              <a:t>Perform Capacity Planning (Optional)</a:t>
            </a:r>
            <a:endParaRPr lang="en-US" sz="2800" dirty="0">
              <a:solidFill>
                <a:srgbClr val="000000"/>
              </a:solidFill>
              <a:ea typeface="Times"/>
              <a:cs typeface="Times New Roman"/>
            </a:endParaRPr>
          </a:p>
          <a:p>
            <a:r>
              <a:rPr lang="en-US" sz="800" b="1" dirty="0">
                <a:ea typeface="Times New Roman"/>
                <a:cs typeface="Times New Roman"/>
              </a:rPr>
              <a:t>Step 9.4</a:t>
            </a:r>
            <a:r>
              <a:rPr lang="en-US" sz="800" dirty="0">
                <a:ea typeface="Times New Roman"/>
                <a:cs typeface="Times New Roman"/>
              </a:rPr>
              <a:t/>
            </a:r>
            <a:br>
              <a:rPr lang="en-US" sz="800" dirty="0">
                <a:ea typeface="Times New Roman"/>
                <a:cs typeface="Times New Roman"/>
              </a:rPr>
            </a:br>
            <a:r>
              <a:rPr lang="en-US" sz="800" dirty="0">
                <a:ea typeface="Times New Roman"/>
                <a:cs typeface="Times New Roman"/>
              </a:rPr>
              <a:t>Generate Work Plan (Optional)</a:t>
            </a:r>
            <a:endParaRPr lang="en-US" sz="2800" dirty="0">
              <a:solidFill>
                <a:srgbClr val="000000">
                  <a:hueOff val="0"/>
                  <a:satOff val="0"/>
                  <a:lumOff val="0"/>
                  <a:alphaOff val="0"/>
                </a:srgbClr>
              </a:solidFill>
            </a:endParaRPr>
          </a:p>
        </p:txBody>
      </p:sp>
      <p:sp>
        <p:nvSpPr>
          <p:cNvPr id="76" name="Rectangle 75"/>
          <p:cNvSpPr/>
          <p:nvPr/>
        </p:nvSpPr>
        <p:spPr>
          <a:xfrm>
            <a:off x="191069" y="4664214"/>
            <a:ext cx="9648968" cy="2719222"/>
          </a:xfrm>
          <a:prstGeom prst="rect">
            <a:avLst/>
          </a:prstGeom>
          <a:noFill/>
        </p:spPr>
        <p:style>
          <a:lnRef idx="2">
            <a:schemeClr val="accent2">
              <a:shade val="50000"/>
            </a:schemeClr>
          </a:lnRef>
          <a:fillRef idx="1">
            <a:schemeClr val="accent2"/>
          </a:fillRef>
          <a:effectRef idx="0">
            <a:schemeClr val="accent2"/>
          </a:effectRef>
          <a:fontRef idx="minor">
            <a:schemeClr val="lt1"/>
          </a:fontRef>
        </p:style>
        <p:txBody>
          <a:bodyPr lIns="91411" tIns="45706" rIns="91411" bIns="45706" rtlCol="0" anchor="t"/>
          <a:lstStyle/>
          <a:p>
            <a:pPr fontAlgn="base">
              <a:spcBef>
                <a:spcPct val="0"/>
              </a:spcBef>
              <a:spcAft>
                <a:spcPct val="0"/>
              </a:spcAft>
            </a:pPr>
            <a:r>
              <a:rPr lang="en-US" sz="1600" u="sng" dirty="0">
                <a:solidFill>
                  <a:srgbClr val="000000"/>
                </a:solidFill>
              </a:rPr>
              <a:t>Key Points:</a:t>
            </a:r>
            <a:endParaRPr lang="en-US" sz="1600" dirty="0">
              <a:solidFill>
                <a:srgbClr val="FFFFFF"/>
              </a:solidFill>
            </a:endParaRPr>
          </a:p>
          <a:p>
            <a:pPr marL="342791" indent="-342791">
              <a:lnSpc>
                <a:spcPct val="150000"/>
              </a:lnSpc>
              <a:buFont typeface="+mj-lt"/>
              <a:buAutoNum type="arabicPeriod"/>
            </a:pPr>
            <a:r>
              <a:rPr lang="en-US" sz="1200" dirty="0">
                <a:solidFill>
                  <a:srgbClr val="000000"/>
                </a:solidFill>
              </a:rPr>
              <a:t>Start on your estimate as soon as you can.</a:t>
            </a:r>
          </a:p>
          <a:p>
            <a:pPr marL="799844" lvl="1" indent="-342791">
              <a:lnSpc>
                <a:spcPct val="150000"/>
              </a:lnSpc>
              <a:buFont typeface="Arial" pitchFamily="34" charset="0"/>
              <a:buChar char="•"/>
            </a:pPr>
            <a:r>
              <a:rPr lang="en-US" sz="1200" dirty="0">
                <a:solidFill>
                  <a:srgbClr val="000000"/>
                </a:solidFill>
              </a:rPr>
              <a:t>A large estimate can take more than 2 weeks to complete with a final pricing model.</a:t>
            </a:r>
          </a:p>
          <a:p>
            <a:pPr marL="342791" indent="-342791">
              <a:lnSpc>
                <a:spcPct val="150000"/>
              </a:lnSpc>
              <a:buFont typeface="+mj-lt"/>
              <a:buAutoNum type="arabicPeriod"/>
            </a:pPr>
            <a:r>
              <a:rPr lang="en-US" sz="1200" dirty="0">
                <a:solidFill>
                  <a:srgbClr val="000000"/>
                </a:solidFill>
              </a:rPr>
              <a:t>Schedule your pricing calls once you start working on your estimate.</a:t>
            </a:r>
          </a:p>
          <a:p>
            <a:pPr marL="799844" lvl="1" indent="-342791">
              <a:buFont typeface="Arial" pitchFamily="34" charset="0"/>
              <a:buChar char="•"/>
            </a:pPr>
            <a:r>
              <a:rPr lang="en-US" sz="1200" dirty="0">
                <a:solidFill>
                  <a:srgbClr val="000000"/>
                </a:solidFill>
              </a:rPr>
              <a:t>You should give a minimum of 5 days working time on your estimate prior to your first pricing call.</a:t>
            </a:r>
          </a:p>
          <a:p>
            <a:pPr marL="799844" lvl="1" indent="-342791">
              <a:lnSpc>
                <a:spcPct val="150000"/>
              </a:lnSpc>
              <a:buFont typeface="Arial" pitchFamily="34" charset="0"/>
              <a:buChar char="•"/>
            </a:pPr>
            <a:r>
              <a:rPr lang="en-US" sz="1200" dirty="0">
                <a:solidFill>
                  <a:srgbClr val="000000"/>
                </a:solidFill>
              </a:rPr>
              <a:t>The subsequent pricing calls should then be scheduled at least two days a part to refine your estimate.</a:t>
            </a:r>
          </a:p>
          <a:p>
            <a:pPr marL="342791" indent="-342791">
              <a:lnSpc>
                <a:spcPct val="150000"/>
              </a:lnSpc>
              <a:buFont typeface="+mj-lt"/>
              <a:buAutoNum type="arabicPeriod"/>
            </a:pPr>
            <a:r>
              <a:rPr lang="en-US" sz="1200" dirty="0">
                <a:solidFill>
                  <a:srgbClr val="000000"/>
                </a:solidFill>
              </a:rPr>
              <a:t>Define your pursuit or project leads for the applicable disciplines and get them involved with providing method and metric scope inputs as soon as you start your estimate</a:t>
            </a:r>
            <a:r>
              <a:rPr lang="en-US" sz="1200" dirty="0" smtClean="0">
                <a:solidFill>
                  <a:srgbClr val="000000"/>
                </a:solidFill>
              </a:rPr>
              <a:t>.</a:t>
            </a:r>
          </a:p>
          <a:p>
            <a:pPr marL="342791" indent="-342791">
              <a:lnSpc>
                <a:spcPct val="150000"/>
              </a:lnSpc>
              <a:buFont typeface="+mj-lt"/>
              <a:buAutoNum type="arabicPeriod"/>
            </a:pPr>
            <a:r>
              <a:rPr lang="en-US" sz="1200" dirty="0" smtClean="0">
                <a:solidFill>
                  <a:srgbClr val="000000"/>
                </a:solidFill>
              </a:rPr>
              <a:t>Make sure your estimated hours and initial costs are as close to ‘Final’ prior to moving to Step </a:t>
            </a:r>
            <a:r>
              <a:rPr lang="en-US" sz="1200" dirty="0" smtClean="0">
                <a:solidFill>
                  <a:srgbClr val="000000"/>
                </a:solidFill>
              </a:rPr>
              <a:t>8.</a:t>
            </a:r>
            <a:endParaRPr lang="en-US" sz="1200" dirty="0" smtClean="0">
              <a:solidFill>
                <a:srgbClr val="000000"/>
              </a:solidFill>
            </a:endParaRPr>
          </a:p>
          <a:p>
            <a:pPr marL="799918" lvl="1" indent="-342791">
              <a:lnSpc>
                <a:spcPct val="150000"/>
              </a:lnSpc>
              <a:buFont typeface="+mj-lt"/>
              <a:buAutoNum type="arabicPeriod"/>
            </a:pPr>
            <a:r>
              <a:rPr lang="en-US" sz="1200" dirty="0" smtClean="0">
                <a:solidFill>
                  <a:srgbClr val="000000"/>
                </a:solidFill>
              </a:rPr>
              <a:t>Step </a:t>
            </a:r>
            <a:r>
              <a:rPr lang="en-US" sz="1200" dirty="0" smtClean="0">
                <a:solidFill>
                  <a:srgbClr val="000000"/>
                </a:solidFill>
              </a:rPr>
              <a:t>8 </a:t>
            </a:r>
            <a:r>
              <a:rPr lang="en-US" sz="1200" dirty="0" smtClean="0">
                <a:solidFill>
                  <a:srgbClr val="000000"/>
                </a:solidFill>
              </a:rPr>
              <a:t>is to finalize staffing and pricing and not re-estimate effort.</a:t>
            </a:r>
          </a:p>
          <a:p>
            <a:pPr marL="342791" indent="-342791">
              <a:buFont typeface="+mj-lt"/>
              <a:buAutoNum type="arabicPeriod"/>
            </a:pPr>
            <a:endParaRPr lang="en-US" dirty="0">
              <a:solidFill>
                <a:srgbClr val="000000"/>
              </a:solidFill>
            </a:endParaRPr>
          </a:p>
        </p:txBody>
      </p:sp>
      <p:sp>
        <p:nvSpPr>
          <p:cNvPr id="80" name="Slide Number Placeholder 4"/>
          <p:cNvSpPr>
            <a:spLocks noGrp="1"/>
          </p:cNvSpPr>
          <p:nvPr>
            <p:ph type="sldNum" sz="quarter" idx="10"/>
          </p:nvPr>
        </p:nvSpPr>
        <p:spPr>
          <a:xfrm>
            <a:off x="457201" y="7429501"/>
            <a:ext cx="311150" cy="163513"/>
          </a:xfrm>
        </p:spPr>
        <p:txBody>
          <a:bodyPr/>
          <a:lstStyle/>
          <a:p>
            <a:pPr>
              <a:defRPr/>
            </a:pPr>
            <a:fld id="{E7F8F02A-A47B-4811-9890-B5988FAA4055}" type="slidenum">
              <a:rPr lang="en-US" smtClean="0"/>
              <a:pPr>
                <a:defRPr/>
              </a:pPr>
              <a:t>8</a:t>
            </a:fld>
            <a:endParaRPr lang="en-US" dirty="0"/>
          </a:p>
        </p:txBody>
      </p:sp>
      <p:grpSp>
        <p:nvGrpSpPr>
          <p:cNvPr id="63" name="Group 62"/>
          <p:cNvGrpSpPr/>
          <p:nvPr/>
        </p:nvGrpSpPr>
        <p:grpSpPr>
          <a:xfrm>
            <a:off x="191068" y="1047883"/>
            <a:ext cx="9796991" cy="742272"/>
            <a:chOff x="68510" y="1560285"/>
            <a:chExt cx="9050776" cy="742272"/>
          </a:xfrm>
        </p:grpSpPr>
        <p:sp>
          <p:nvSpPr>
            <p:cNvPr id="64" name="AutoShape 23"/>
            <p:cNvSpPr>
              <a:spLocks noChangeArrowheads="1"/>
            </p:cNvSpPr>
            <p:nvPr/>
          </p:nvSpPr>
          <p:spPr bwMode="gray">
            <a:xfrm>
              <a:off x="950390" y="1561003"/>
              <a:ext cx="1068533" cy="740837"/>
            </a:xfrm>
            <a:prstGeom prst="chevron">
              <a:avLst>
                <a:gd name="adj" fmla="val 32648"/>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1</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Set Up</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Project</a:t>
              </a:r>
            </a:p>
          </p:txBody>
        </p:sp>
        <p:sp>
          <p:nvSpPr>
            <p:cNvPr id="65" name="AutoShape 25"/>
            <p:cNvSpPr>
              <a:spLocks noChangeArrowheads="1"/>
            </p:cNvSpPr>
            <p:nvPr/>
          </p:nvSpPr>
          <p:spPr bwMode="gray">
            <a:xfrm>
              <a:off x="3694200" y="1560644"/>
              <a:ext cx="1059725" cy="741554"/>
            </a:xfrm>
            <a:prstGeom prst="chevron">
              <a:avLst>
                <a:gd name="adj" fmla="val 32379"/>
              </a:avLst>
            </a:prstGeom>
            <a:solidFill>
              <a:schemeClr val="accent1"/>
            </a:solidFill>
            <a:ln w="28575" algn="ctr">
              <a:noFill/>
              <a:miter lim="800000"/>
              <a:headEnd/>
              <a:tailEnd/>
            </a:ln>
          </p:spPr>
          <p:txBody>
            <a:bodyPr lIns="41014" tIns="91396" rIns="41014"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4</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Record Product Scope</a:t>
              </a:r>
            </a:p>
          </p:txBody>
        </p:sp>
        <p:sp>
          <p:nvSpPr>
            <p:cNvPr id="68" name="AutoShape 26"/>
            <p:cNvSpPr>
              <a:spLocks noChangeArrowheads="1"/>
            </p:cNvSpPr>
            <p:nvPr/>
          </p:nvSpPr>
          <p:spPr bwMode="gray">
            <a:xfrm>
              <a:off x="4567272"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5</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Define Project </a:t>
              </a:r>
              <a:r>
                <a:rPr lang="en-US" sz="800" dirty="0" smtClean="0">
                  <a:solidFill>
                    <a:schemeClr val="bg1"/>
                  </a:solidFill>
                  <a:cs typeface="Arial" charset="0"/>
                </a:rPr>
                <a:t>Resources</a:t>
              </a:r>
              <a:endParaRPr lang="en-US" sz="800" dirty="0">
                <a:solidFill>
                  <a:schemeClr val="bg1"/>
                </a:solidFill>
                <a:cs typeface="Arial" charset="0"/>
              </a:endParaRPr>
            </a:p>
          </p:txBody>
        </p:sp>
        <p:sp>
          <p:nvSpPr>
            <p:cNvPr id="69" name="AutoShape 27"/>
            <p:cNvSpPr>
              <a:spLocks noChangeArrowheads="1"/>
            </p:cNvSpPr>
            <p:nvPr/>
          </p:nvSpPr>
          <p:spPr bwMode="gray">
            <a:xfrm>
              <a:off x="5440344"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6</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Review </a:t>
              </a:r>
              <a:r>
                <a:rPr lang="en-US" sz="800" dirty="0" smtClean="0">
                  <a:solidFill>
                    <a:schemeClr val="bg1"/>
                  </a:solidFill>
                  <a:cs typeface="Arial" charset="0"/>
                </a:rPr>
                <a:t>Effort and Costs</a:t>
              </a:r>
              <a:endParaRPr lang="en-US" sz="800" dirty="0">
                <a:solidFill>
                  <a:schemeClr val="bg1"/>
                </a:solidFill>
                <a:cs typeface="Arial" charset="0"/>
              </a:endParaRPr>
            </a:p>
          </p:txBody>
        </p:sp>
        <p:sp>
          <p:nvSpPr>
            <p:cNvPr id="70" name="AutoShape 28"/>
            <p:cNvSpPr>
              <a:spLocks noChangeArrowheads="1"/>
            </p:cNvSpPr>
            <p:nvPr/>
          </p:nvSpPr>
          <p:spPr bwMode="gray">
            <a:xfrm>
              <a:off x="6313416"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7</a:t>
              </a: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Complete Staffing Model</a:t>
              </a:r>
              <a:endParaRPr lang="en-US" sz="800" dirty="0">
                <a:solidFill>
                  <a:schemeClr val="bg1"/>
                </a:solidFill>
                <a:cs typeface="Arial" charset="0"/>
              </a:endParaRPr>
            </a:p>
          </p:txBody>
        </p:sp>
        <p:sp>
          <p:nvSpPr>
            <p:cNvPr id="71" name="AutoShape 27"/>
            <p:cNvSpPr>
              <a:spLocks noChangeArrowheads="1"/>
            </p:cNvSpPr>
            <p:nvPr/>
          </p:nvSpPr>
          <p:spPr bwMode="gray">
            <a:xfrm>
              <a:off x="7186488"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8</a:t>
              </a: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Complete Pricing Model </a:t>
              </a:r>
              <a:endParaRPr lang="en-US" sz="800" dirty="0">
                <a:solidFill>
                  <a:schemeClr val="bg1"/>
                </a:solidFill>
                <a:cs typeface="Arial" charset="0"/>
              </a:endParaRPr>
            </a:p>
          </p:txBody>
        </p:sp>
        <p:sp>
          <p:nvSpPr>
            <p:cNvPr id="72" name="AutoShape 24"/>
            <p:cNvSpPr>
              <a:spLocks noChangeArrowheads="1"/>
            </p:cNvSpPr>
            <p:nvPr/>
          </p:nvSpPr>
          <p:spPr bwMode="gray">
            <a:xfrm>
              <a:off x="1832270" y="1560285"/>
              <a:ext cx="1117618" cy="742272"/>
            </a:xfrm>
            <a:prstGeom prst="chevron">
              <a:avLst>
                <a:gd name="adj" fmla="val 32338"/>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2</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Record Method Scope</a:t>
              </a:r>
            </a:p>
          </p:txBody>
        </p:sp>
        <p:sp>
          <p:nvSpPr>
            <p:cNvPr id="77" name="AutoShape 24"/>
            <p:cNvSpPr>
              <a:spLocks noChangeArrowheads="1"/>
            </p:cNvSpPr>
            <p:nvPr/>
          </p:nvSpPr>
          <p:spPr bwMode="gray">
            <a:xfrm>
              <a:off x="2763235" y="1560285"/>
              <a:ext cx="1117618" cy="742272"/>
            </a:xfrm>
            <a:prstGeom prst="chevron">
              <a:avLst>
                <a:gd name="adj" fmla="val 32338"/>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3</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Define </a:t>
              </a:r>
              <a:r>
                <a:rPr lang="en-US" sz="800" dirty="0" smtClean="0">
                  <a:solidFill>
                    <a:schemeClr val="bg1"/>
                  </a:solidFill>
                  <a:cs typeface="Arial" charset="0"/>
                </a:rPr>
                <a:t>Schedule</a:t>
              </a:r>
              <a:r>
                <a:rPr lang="en-US" sz="800" dirty="0">
                  <a:solidFill>
                    <a:schemeClr val="bg1"/>
                  </a:solidFill>
                  <a:cs typeface="Arial" charset="0"/>
                </a:rPr>
                <a:t/>
              </a:r>
              <a:br>
                <a:rPr lang="en-US" sz="800" dirty="0">
                  <a:solidFill>
                    <a:schemeClr val="bg1"/>
                  </a:solidFill>
                  <a:cs typeface="Arial" charset="0"/>
                </a:rPr>
              </a:br>
              <a:endParaRPr lang="en-US" sz="800" dirty="0" smtClean="0">
                <a:solidFill>
                  <a:schemeClr val="bg1"/>
                </a:solidFill>
                <a:cs typeface="Arial" charset="0"/>
              </a:endParaRPr>
            </a:p>
          </p:txBody>
        </p:sp>
        <p:sp>
          <p:nvSpPr>
            <p:cNvPr id="78" name="AutoShape 27"/>
            <p:cNvSpPr>
              <a:spLocks noChangeArrowheads="1"/>
            </p:cNvSpPr>
            <p:nvPr/>
          </p:nvSpPr>
          <p:spPr bwMode="gray">
            <a:xfrm>
              <a:off x="8059561"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9</a:t>
              </a:r>
              <a:endParaRPr lang="en-US" sz="800" dirty="0">
                <a:solidFill>
                  <a:schemeClr val="bg1"/>
                </a:solidFill>
                <a:cs typeface="Arial" charset="0"/>
              </a:endParaRP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Generate Summary / Work Plan</a:t>
              </a:r>
              <a:endParaRPr lang="en-US" sz="800" dirty="0">
                <a:solidFill>
                  <a:schemeClr val="bg1"/>
                </a:solidFill>
                <a:cs typeface="Arial" charset="0"/>
              </a:endParaRPr>
            </a:p>
          </p:txBody>
        </p:sp>
        <p:sp>
          <p:nvSpPr>
            <p:cNvPr id="79" name="AutoShape 23"/>
            <p:cNvSpPr>
              <a:spLocks noChangeArrowheads="1"/>
            </p:cNvSpPr>
            <p:nvPr/>
          </p:nvSpPr>
          <p:spPr bwMode="gray">
            <a:xfrm>
              <a:off x="68510" y="1561003"/>
              <a:ext cx="1068533" cy="740837"/>
            </a:xfrm>
            <a:prstGeom prst="chevron">
              <a:avLst>
                <a:gd name="adj" fmla="val 32648"/>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0</a:t>
              </a:r>
              <a:endParaRPr lang="en-US" sz="800" dirty="0">
                <a:solidFill>
                  <a:schemeClr val="bg1"/>
                </a:solidFill>
                <a:cs typeface="Arial" charset="0"/>
              </a:endParaRP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PE&amp;PS Prep</a:t>
              </a:r>
              <a:endParaRPr lang="en-US" sz="800" dirty="0">
                <a:solidFill>
                  <a:schemeClr val="bg1"/>
                </a:solidFill>
                <a:cs typeface="Arial" charset="0"/>
              </a:endParaRP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1"/>
          <p:cNvSpPr txBox="1">
            <a:spLocks/>
          </p:cNvSpPr>
          <p:nvPr>
            <p:custDataLst>
              <p:tags r:id="rId1"/>
            </p:custDataLst>
          </p:nvPr>
        </p:nvSpPr>
        <p:spPr bwMode="auto">
          <a:xfrm>
            <a:off x="220580" y="393375"/>
            <a:ext cx="9736041" cy="43188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defTabSz="1018849" eaLnBrk="0" hangingPunct="0">
              <a:lnSpc>
                <a:spcPts val="3399"/>
              </a:lnSpc>
              <a:defRPr/>
            </a:pPr>
            <a:r>
              <a:rPr lang="en-US" altLang="ja-JP" sz="2600" b="1" dirty="0">
                <a:solidFill>
                  <a:srgbClr val="002776"/>
                </a:solidFill>
                <a:ea typeface="MS PGothic" pitchFamily="34" charset="-128"/>
              </a:rPr>
              <a:t>Project estimating and summary planning process</a:t>
            </a:r>
          </a:p>
        </p:txBody>
      </p:sp>
      <p:grpSp>
        <p:nvGrpSpPr>
          <p:cNvPr id="2" name="Group 1"/>
          <p:cNvGrpSpPr/>
          <p:nvPr/>
        </p:nvGrpSpPr>
        <p:grpSpPr>
          <a:xfrm>
            <a:off x="75373" y="1749916"/>
            <a:ext cx="9957425" cy="841413"/>
            <a:chOff x="68510" y="1560285"/>
            <a:chExt cx="9050776" cy="742272"/>
          </a:xfrm>
        </p:grpSpPr>
        <p:sp>
          <p:nvSpPr>
            <p:cNvPr id="79880" name="AutoShape 23"/>
            <p:cNvSpPr>
              <a:spLocks noChangeArrowheads="1"/>
            </p:cNvSpPr>
            <p:nvPr/>
          </p:nvSpPr>
          <p:spPr bwMode="gray">
            <a:xfrm>
              <a:off x="950390" y="1561003"/>
              <a:ext cx="1068533" cy="740837"/>
            </a:xfrm>
            <a:prstGeom prst="chevron">
              <a:avLst>
                <a:gd name="adj" fmla="val 32648"/>
              </a:avLst>
            </a:prstGeom>
            <a:solidFill>
              <a:schemeClr val="accent1"/>
            </a:solidFill>
            <a:ln w="28575" algn="ctr">
              <a:noFill/>
              <a:miter lim="800000"/>
              <a:headEnd/>
              <a:tailEnd/>
            </a:ln>
          </p:spPr>
          <p:txBody>
            <a:bodyPr lIns="71966" tIns="91396" rIns="71966" bIns="71966" anchor="ctr" anchorCtr="1"/>
            <a:lstStyle/>
            <a:p>
              <a:pPr algn="ctr" defTabSz="914336">
                <a:lnSpc>
                  <a:spcPct val="106000"/>
                </a:lnSpc>
                <a:spcBef>
                  <a:spcPct val="30000"/>
                </a:spcBef>
                <a:buClr>
                  <a:srgbClr val="000000"/>
                </a:buClr>
                <a:defRPr/>
              </a:pPr>
              <a:r>
                <a:rPr lang="en-US" sz="800" dirty="0">
                  <a:solidFill>
                    <a:schemeClr val="bg1"/>
                  </a:solidFill>
                </a:rPr>
                <a:t>1</a:t>
              </a:r>
            </a:p>
            <a:p>
              <a:pPr algn="ctr" defTabSz="914336">
                <a:lnSpc>
                  <a:spcPct val="106000"/>
                </a:lnSpc>
                <a:spcBef>
                  <a:spcPct val="30000"/>
                </a:spcBef>
                <a:buClr>
                  <a:srgbClr val="000000"/>
                </a:buClr>
                <a:defRPr/>
              </a:pPr>
              <a:r>
                <a:rPr lang="en-US" sz="800" dirty="0">
                  <a:solidFill>
                    <a:schemeClr val="bg1"/>
                  </a:solidFill>
                </a:rPr>
                <a:t>Set Up</a:t>
              </a:r>
            </a:p>
            <a:p>
              <a:pPr algn="ctr" defTabSz="914336">
                <a:lnSpc>
                  <a:spcPct val="106000"/>
                </a:lnSpc>
                <a:spcBef>
                  <a:spcPct val="30000"/>
                </a:spcBef>
                <a:buClr>
                  <a:srgbClr val="000000"/>
                </a:buClr>
                <a:defRPr/>
              </a:pPr>
              <a:r>
                <a:rPr lang="en-US" sz="800" dirty="0">
                  <a:solidFill>
                    <a:schemeClr val="bg1"/>
                  </a:solidFill>
                </a:rPr>
                <a:t>Project</a:t>
              </a:r>
            </a:p>
          </p:txBody>
        </p:sp>
        <p:sp>
          <p:nvSpPr>
            <p:cNvPr id="79882" name="AutoShape 25"/>
            <p:cNvSpPr>
              <a:spLocks noChangeArrowheads="1"/>
            </p:cNvSpPr>
            <p:nvPr/>
          </p:nvSpPr>
          <p:spPr bwMode="gray">
            <a:xfrm>
              <a:off x="3694200" y="1560644"/>
              <a:ext cx="1059725" cy="741554"/>
            </a:xfrm>
            <a:prstGeom prst="chevron">
              <a:avLst>
                <a:gd name="adj" fmla="val 32379"/>
              </a:avLst>
            </a:prstGeom>
            <a:solidFill>
              <a:schemeClr val="accent1"/>
            </a:solidFill>
            <a:ln w="28575" algn="ctr">
              <a:noFill/>
              <a:miter lim="800000"/>
              <a:headEnd/>
              <a:tailEnd/>
            </a:ln>
          </p:spPr>
          <p:txBody>
            <a:bodyPr lIns="41014" tIns="91396" rIns="41014" bIns="71966" anchor="ctr" anchorCtr="1"/>
            <a:lstStyle/>
            <a:p>
              <a:pPr algn="ctr" defTabSz="914336">
                <a:lnSpc>
                  <a:spcPct val="106000"/>
                </a:lnSpc>
                <a:spcBef>
                  <a:spcPct val="30000"/>
                </a:spcBef>
                <a:buClr>
                  <a:srgbClr val="000000"/>
                </a:buClr>
                <a:defRPr/>
              </a:pPr>
              <a:r>
                <a:rPr lang="en-US" sz="800" dirty="0">
                  <a:solidFill>
                    <a:schemeClr val="bg1"/>
                  </a:solidFill>
                </a:rPr>
                <a:t>4</a:t>
              </a:r>
            </a:p>
            <a:p>
              <a:pPr algn="ctr" defTabSz="914336">
                <a:lnSpc>
                  <a:spcPct val="106000"/>
                </a:lnSpc>
                <a:spcBef>
                  <a:spcPct val="30000"/>
                </a:spcBef>
                <a:buClr>
                  <a:srgbClr val="000000"/>
                </a:buClr>
                <a:defRPr/>
              </a:pPr>
              <a:r>
                <a:rPr lang="en-US" sz="800" dirty="0">
                  <a:solidFill>
                    <a:schemeClr val="bg1"/>
                  </a:solidFill>
                </a:rPr>
                <a:t>Record Product Scope</a:t>
              </a:r>
            </a:p>
          </p:txBody>
        </p:sp>
        <p:sp>
          <p:nvSpPr>
            <p:cNvPr id="79883" name="AutoShape 26"/>
            <p:cNvSpPr>
              <a:spLocks noChangeArrowheads="1"/>
            </p:cNvSpPr>
            <p:nvPr/>
          </p:nvSpPr>
          <p:spPr bwMode="gray">
            <a:xfrm>
              <a:off x="4567272"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914336">
                <a:lnSpc>
                  <a:spcPct val="106000"/>
                </a:lnSpc>
                <a:spcBef>
                  <a:spcPct val="30000"/>
                </a:spcBef>
                <a:buClr>
                  <a:srgbClr val="000000"/>
                </a:buClr>
                <a:defRPr/>
              </a:pPr>
              <a:r>
                <a:rPr lang="en-US" sz="800" dirty="0">
                  <a:solidFill>
                    <a:schemeClr val="bg1"/>
                  </a:solidFill>
                </a:rPr>
                <a:t>5</a:t>
              </a:r>
            </a:p>
            <a:p>
              <a:pPr algn="ctr" defTabSz="914336">
                <a:lnSpc>
                  <a:spcPct val="106000"/>
                </a:lnSpc>
                <a:spcBef>
                  <a:spcPct val="30000"/>
                </a:spcBef>
                <a:buClr>
                  <a:srgbClr val="000000"/>
                </a:buClr>
                <a:defRPr/>
              </a:pPr>
              <a:r>
                <a:rPr lang="en-US" sz="800" dirty="0">
                  <a:solidFill>
                    <a:schemeClr val="bg1"/>
                  </a:solidFill>
                </a:rPr>
                <a:t>Define Project </a:t>
              </a:r>
              <a:r>
                <a:rPr lang="en-US" sz="800" dirty="0">
                  <a:solidFill>
                    <a:schemeClr val="bg1"/>
                  </a:solidFill>
                </a:rPr>
                <a:t>Resources</a:t>
              </a:r>
              <a:endParaRPr lang="en-US" sz="800" dirty="0">
                <a:solidFill>
                  <a:schemeClr val="bg1"/>
                </a:solidFill>
              </a:endParaRPr>
            </a:p>
          </p:txBody>
        </p:sp>
        <p:sp>
          <p:nvSpPr>
            <p:cNvPr id="79884" name="AutoShape 27"/>
            <p:cNvSpPr>
              <a:spLocks noChangeArrowheads="1"/>
            </p:cNvSpPr>
            <p:nvPr/>
          </p:nvSpPr>
          <p:spPr bwMode="gray">
            <a:xfrm>
              <a:off x="5440344"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914336">
                <a:lnSpc>
                  <a:spcPct val="106000"/>
                </a:lnSpc>
                <a:spcBef>
                  <a:spcPct val="30000"/>
                </a:spcBef>
                <a:buClr>
                  <a:srgbClr val="000000"/>
                </a:buClr>
                <a:defRPr/>
              </a:pPr>
              <a:r>
                <a:rPr lang="en-US" sz="800" dirty="0">
                  <a:solidFill>
                    <a:schemeClr val="bg1"/>
                  </a:solidFill>
                </a:rPr>
                <a:t>6</a:t>
              </a:r>
            </a:p>
            <a:p>
              <a:pPr algn="ctr" defTabSz="914336">
                <a:lnSpc>
                  <a:spcPct val="106000"/>
                </a:lnSpc>
                <a:spcBef>
                  <a:spcPct val="30000"/>
                </a:spcBef>
                <a:buClr>
                  <a:srgbClr val="000000"/>
                </a:buClr>
                <a:defRPr/>
              </a:pPr>
              <a:r>
                <a:rPr lang="en-US" sz="800" dirty="0">
                  <a:solidFill>
                    <a:schemeClr val="bg1"/>
                  </a:solidFill>
                </a:rPr>
                <a:t>Review </a:t>
              </a:r>
              <a:r>
                <a:rPr lang="en-US" sz="800" dirty="0">
                  <a:solidFill>
                    <a:schemeClr val="bg1"/>
                  </a:solidFill>
                </a:rPr>
                <a:t>Effort and Costs</a:t>
              </a:r>
              <a:endParaRPr lang="en-US" sz="800" dirty="0">
                <a:solidFill>
                  <a:schemeClr val="bg1"/>
                </a:solidFill>
              </a:endParaRPr>
            </a:p>
          </p:txBody>
        </p:sp>
        <p:sp>
          <p:nvSpPr>
            <p:cNvPr id="79885" name="AutoShape 28"/>
            <p:cNvSpPr>
              <a:spLocks noChangeArrowheads="1"/>
            </p:cNvSpPr>
            <p:nvPr/>
          </p:nvSpPr>
          <p:spPr bwMode="gray">
            <a:xfrm>
              <a:off x="6313416"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914336">
                <a:lnSpc>
                  <a:spcPct val="106000"/>
                </a:lnSpc>
                <a:spcBef>
                  <a:spcPct val="30000"/>
                </a:spcBef>
                <a:buClr>
                  <a:srgbClr val="000000"/>
                </a:buClr>
                <a:defRPr/>
              </a:pPr>
              <a:r>
                <a:rPr lang="en-US" sz="800" dirty="0">
                  <a:solidFill>
                    <a:schemeClr val="bg1"/>
                  </a:solidFill>
                </a:rPr>
                <a:t>7</a:t>
              </a:r>
            </a:p>
            <a:p>
              <a:pPr algn="ctr" defTabSz="914336">
                <a:lnSpc>
                  <a:spcPct val="106000"/>
                </a:lnSpc>
                <a:spcBef>
                  <a:spcPct val="30000"/>
                </a:spcBef>
                <a:buClr>
                  <a:srgbClr val="000000"/>
                </a:buClr>
                <a:defRPr/>
              </a:pPr>
              <a:r>
                <a:rPr lang="en-US" sz="800" dirty="0">
                  <a:solidFill>
                    <a:schemeClr val="bg1"/>
                  </a:solidFill>
                </a:rPr>
                <a:t>Complete Staffing Model</a:t>
              </a:r>
              <a:endParaRPr lang="en-US" sz="800" dirty="0">
                <a:solidFill>
                  <a:schemeClr val="bg1"/>
                </a:solidFill>
              </a:endParaRPr>
            </a:p>
          </p:txBody>
        </p:sp>
        <p:sp>
          <p:nvSpPr>
            <p:cNvPr id="79886" name="AutoShape 27"/>
            <p:cNvSpPr>
              <a:spLocks noChangeArrowheads="1"/>
            </p:cNvSpPr>
            <p:nvPr/>
          </p:nvSpPr>
          <p:spPr bwMode="gray">
            <a:xfrm>
              <a:off x="7186488"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914336">
                <a:lnSpc>
                  <a:spcPct val="106000"/>
                </a:lnSpc>
                <a:spcBef>
                  <a:spcPct val="30000"/>
                </a:spcBef>
                <a:buClr>
                  <a:srgbClr val="000000"/>
                </a:buClr>
                <a:defRPr/>
              </a:pPr>
              <a:r>
                <a:rPr lang="en-US" sz="800" dirty="0">
                  <a:solidFill>
                    <a:schemeClr val="bg1"/>
                  </a:solidFill>
                </a:rPr>
                <a:t>8</a:t>
              </a:r>
            </a:p>
            <a:p>
              <a:pPr algn="ctr" defTabSz="914336">
                <a:lnSpc>
                  <a:spcPct val="106000"/>
                </a:lnSpc>
                <a:spcBef>
                  <a:spcPct val="30000"/>
                </a:spcBef>
                <a:buClr>
                  <a:srgbClr val="000000"/>
                </a:buClr>
                <a:defRPr/>
              </a:pPr>
              <a:r>
                <a:rPr lang="en-US" sz="800" dirty="0">
                  <a:solidFill>
                    <a:schemeClr val="bg1"/>
                  </a:solidFill>
                </a:rPr>
                <a:t>Complete Pricing Model </a:t>
              </a:r>
              <a:endParaRPr lang="en-US" sz="800" dirty="0">
                <a:solidFill>
                  <a:schemeClr val="bg1"/>
                </a:solidFill>
              </a:endParaRPr>
            </a:p>
          </p:txBody>
        </p:sp>
        <p:sp>
          <p:nvSpPr>
            <p:cNvPr id="79900" name="AutoShape 24"/>
            <p:cNvSpPr>
              <a:spLocks noChangeArrowheads="1"/>
            </p:cNvSpPr>
            <p:nvPr/>
          </p:nvSpPr>
          <p:spPr bwMode="gray">
            <a:xfrm>
              <a:off x="1832270" y="1560285"/>
              <a:ext cx="1117618" cy="742272"/>
            </a:xfrm>
            <a:prstGeom prst="chevron">
              <a:avLst>
                <a:gd name="adj" fmla="val 32338"/>
              </a:avLst>
            </a:prstGeom>
            <a:solidFill>
              <a:schemeClr val="accent1"/>
            </a:solidFill>
            <a:ln w="28575" algn="ctr">
              <a:noFill/>
              <a:miter lim="800000"/>
              <a:headEnd/>
              <a:tailEnd/>
            </a:ln>
          </p:spPr>
          <p:txBody>
            <a:bodyPr lIns="71966" tIns="91396" rIns="71966" bIns="71966" anchor="ctr" anchorCtr="1"/>
            <a:lstStyle/>
            <a:p>
              <a:pPr algn="ctr" defTabSz="914336">
                <a:lnSpc>
                  <a:spcPct val="106000"/>
                </a:lnSpc>
                <a:spcBef>
                  <a:spcPct val="30000"/>
                </a:spcBef>
                <a:buClr>
                  <a:srgbClr val="000000"/>
                </a:buClr>
                <a:defRPr/>
              </a:pPr>
              <a:r>
                <a:rPr lang="en-US" sz="800" dirty="0">
                  <a:solidFill>
                    <a:schemeClr val="bg1"/>
                  </a:solidFill>
                </a:rPr>
                <a:t>2</a:t>
              </a:r>
            </a:p>
            <a:p>
              <a:pPr algn="ctr" defTabSz="914336">
                <a:lnSpc>
                  <a:spcPct val="106000"/>
                </a:lnSpc>
                <a:spcBef>
                  <a:spcPct val="30000"/>
                </a:spcBef>
                <a:buClr>
                  <a:srgbClr val="000000"/>
                </a:buClr>
                <a:defRPr/>
              </a:pPr>
              <a:r>
                <a:rPr lang="en-US" sz="800" dirty="0">
                  <a:solidFill>
                    <a:schemeClr val="bg1"/>
                  </a:solidFill>
                </a:rPr>
                <a:t>Record Method Scope</a:t>
              </a:r>
            </a:p>
          </p:txBody>
        </p:sp>
        <p:sp>
          <p:nvSpPr>
            <p:cNvPr id="79" name="AutoShape 24"/>
            <p:cNvSpPr>
              <a:spLocks noChangeArrowheads="1"/>
            </p:cNvSpPr>
            <p:nvPr/>
          </p:nvSpPr>
          <p:spPr bwMode="gray">
            <a:xfrm>
              <a:off x="2763235" y="1560285"/>
              <a:ext cx="1117618" cy="742272"/>
            </a:xfrm>
            <a:prstGeom prst="chevron">
              <a:avLst>
                <a:gd name="adj" fmla="val 32338"/>
              </a:avLst>
            </a:prstGeom>
            <a:solidFill>
              <a:schemeClr val="accent1"/>
            </a:solidFill>
            <a:ln w="28575" algn="ctr">
              <a:noFill/>
              <a:miter lim="800000"/>
              <a:headEnd/>
              <a:tailEnd/>
            </a:ln>
          </p:spPr>
          <p:txBody>
            <a:bodyPr lIns="71966" tIns="91396" rIns="71966" bIns="71966" anchor="ctr" anchorCtr="1"/>
            <a:lstStyle/>
            <a:p>
              <a:pPr algn="ctr" defTabSz="914336">
                <a:lnSpc>
                  <a:spcPct val="106000"/>
                </a:lnSpc>
                <a:spcBef>
                  <a:spcPct val="30000"/>
                </a:spcBef>
                <a:buClr>
                  <a:srgbClr val="000000"/>
                </a:buClr>
                <a:defRPr/>
              </a:pPr>
              <a:r>
                <a:rPr lang="en-US" sz="800" dirty="0">
                  <a:solidFill>
                    <a:schemeClr val="bg1"/>
                  </a:solidFill>
                </a:rPr>
                <a:t>3</a:t>
              </a:r>
            </a:p>
            <a:p>
              <a:pPr algn="ctr" defTabSz="914336">
                <a:lnSpc>
                  <a:spcPct val="106000"/>
                </a:lnSpc>
                <a:spcBef>
                  <a:spcPct val="30000"/>
                </a:spcBef>
                <a:buClr>
                  <a:srgbClr val="000000"/>
                </a:buClr>
                <a:defRPr/>
              </a:pPr>
              <a:r>
                <a:rPr lang="en-US" sz="800" dirty="0">
                  <a:solidFill>
                    <a:schemeClr val="bg1"/>
                  </a:solidFill>
                </a:rPr>
                <a:t>Define </a:t>
              </a:r>
              <a:r>
                <a:rPr lang="en-US" sz="800" dirty="0">
                  <a:solidFill>
                    <a:schemeClr val="bg1"/>
                  </a:solidFill>
                </a:rPr>
                <a:t>Schedule</a:t>
              </a:r>
              <a:r>
                <a:rPr lang="en-US" sz="800" dirty="0">
                  <a:solidFill>
                    <a:schemeClr val="bg1"/>
                  </a:solidFill>
                </a:rPr>
                <a:t/>
              </a:r>
              <a:br>
                <a:rPr lang="en-US" sz="800" dirty="0">
                  <a:solidFill>
                    <a:schemeClr val="bg1"/>
                  </a:solidFill>
                </a:rPr>
              </a:br>
              <a:endParaRPr lang="en-US" sz="800" dirty="0">
                <a:solidFill>
                  <a:schemeClr val="bg1"/>
                </a:solidFill>
              </a:endParaRPr>
            </a:p>
          </p:txBody>
        </p:sp>
        <p:sp>
          <p:nvSpPr>
            <p:cNvPr id="80" name="AutoShape 27"/>
            <p:cNvSpPr>
              <a:spLocks noChangeArrowheads="1"/>
            </p:cNvSpPr>
            <p:nvPr/>
          </p:nvSpPr>
          <p:spPr bwMode="gray">
            <a:xfrm>
              <a:off x="8059561"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914336">
                <a:lnSpc>
                  <a:spcPct val="106000"/>
                </a:lnSpc>
                <a:spcBef>
                  <a:spcPct val="30000"/>
                </a:spcBef>
                <a:buClr>
                  <a:srgbClr val="000000"/>
                </a:buClr>
                <a:defRPr/>
              </a:pPr>
              <a:r>
                <a:rPr lang="en-US" sz="800" dirty="0">
                  <a:solidFill>
                    <a:schemeClr val="bg1"/>
                  </a:solidFill>
                </a:rPr>
                <a:t>9</a:t>
              </a:r>
              <a:endParaRPr lang="en-US" sz="800" dirty="0">
                <a:solidFill>
                  <a:schemeClr val="bg1"/>
                </a:solidFill>
              </a:endParaRPr>
            </a:p>
            <a:p>
              <a:pPr algn="ctr" defTabSz="914336">
                <a:lnSpc>
                  <a:spcPct val="106000"/>
                </a:lnSpc>
                <a:spcBef>
                  <a:spcPct val="30000"/>
                </a:spcBef>
                <a:buClr>
                  <a:srgbClr val="000000"/>
                </a:buClr>
                <a:defRPr/>
              </a:pPr>
              <a:r>
                <a:rPr lang="en-US" sz="800" dirty="0">
                  <a:solidFill>
                    <a:schemeClr val="bg1"/>
                  </a:solidFill>
                </a:rPr>
                <a:t>Generate Summary / Work Plan</a:t>
              </a:r>
              <a:endParaRPr lang="en-US" sz="800" dirty="0">
                <a:solidFill>
                  <a:schemeClr val="bg1"/>
                </a:solidFill>
              </a:endParaRPr>
            </a:p>
          </p:txBody>
        </p:sp>
        <p:sp>
          <p:nvSpPr>
            <p:cNvPr id="13" name="AutoShape 23"/>
            <p:cNvSpPr>
              <a:spLocks noChangeArrowheads="1"/>
            </p:cNvSpPr>
            <p:nvPr/>
          </p:nvSpPr>
          <p:spPr bwMode="gray">
            <a:xfrm>
              <a:off x="68510" y="1561003"/>
              <a:ext cx="1068533" cy="740837"/>
            </a:xfrm>
            <a:prstGeom prst="chevron">
              <a:avLst>
                <a:gd name="adj" fmla="val 32648"/>
              </a:avLst>
            </a:prstGeom>
            <a:solidFill>
              <a:schemeClr val="accent1"/>
            </a:solidFill>
            <a:ln w="28575" algn="ctr">
              <a:noFill/>
              <a:miter lim="800000"/>
              <a:headEnd/>
              <a:tailEnd/>
            </a:ln>
          </p:spPr>
          <p:txBody>
            <a:bodyPr lIns="71966" tIns="91396" rIns="71966" bIns="71966" anchor="ctr" anchorCtr="1"/>
            <a:lstStyle/>
            <a:p>
              <a:pPr algn="ctr" defTabSz="914336">
                <a:lnSpc>
                  <a:spcPct val="106000"/>
                </a:lnSpc>
                <a:spcBef>
                  <a:spcPct val="30000"/>
                </a:spcBef>
                <a:buClr>
                  <a:srgbClr val="000000"/>
                </a:buClr>
                <a:defRPr/>
              </a:pPr>
              <a:r>
                <a:rPr lang="en-US" sz="800" dirty="0">
                  <a:solidFill>
                    <a:schemeClr val="bg1"/>
                  </a:solidFill>
                </a:rPr>
                <a:t>0</a:t>
              </a:r>
              <a:endParaRPr lang="en-US" sz="800" dirty="0">
                <a:solidFill>
                  <a:schemeClr val="bg1"/>
                </a:solidFill>
              </a:endParaRPr>
            </a:p>
            <a:p>
              <a:pPr algn="ctr" defTabSz="914336">
                <a:lnSpc>
                  <a:spcPct val="106000"/>
                </a:lnSpc>
                <a:spcBef>
                  <a:spcPct val="30000"/>
                </a:spcBef>
                <a:buClr>
                  <a:srgbClr val="000000"/>
                </a:buClr>
                <a:defRPr/>
              </a:pPr>
              <a:r>
                <a:rPr lang="en-US" sz="800" dirty="0">
                  <a:solidFill>
                    <a:schemeClr val="bg1"/>
                  </a:solidFill>
                </a:rPr>
                <a:t>PE&amp;PS Prep</a:t>
              </a:r>
              <a:endParaRPr lang="en-US" sz="800" dirty="0">
                <a:solidFill>
                  <a:schemeClr val="bg1"/>
                </a:solidFill>
              </a:endParaRPr>
            </a:p>
          </p:txBody>
        </p:sp>
      </p:grpSp>
      <p:sp>
        <p:nvSpPr>
          <p:cNvPr id="7" name="Left Brace 6"/>
          <p:cNvSpPr/>
          <p:nvPr/>
        </p:nvSpPr>
        <p:spPr>
          <a:xfrm rot="5400000">
            <a:off x="353824" y="1145536"/>
            <a:ext cx="345511" cy="902414"/>
          </a:xfrm>
          <a:prstGeom prst="lef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vert="vert270" wrap="none" lIns="101901" tIns="0" rIns="713305" bIns="0" rtlCol="0" anchor="b" anchorCtr="0"/>
          <a:lstStyle/>
          <a:p>
            <a:pPr algn="ctr"/>
            <a:r>
              <a:rPr lang="en-US" sz="900" dirty="0"/>
              <a:t>Lead Estimator</a:t>
            </a:r>
          </a:p>
          <a:p>
            <a:pPr algn="ctr"/>
            <a:r>
              <a:rPr lang="en-US" sz="900" dirty="0"/>
              <a:t>Prep</a:t>
            </a:r>
            <a:endParaRPr lang="en-US" sz="900" dirty="0"/>
          </a:p>
        </p:txBody>
      </p:sp>
      <p:sp>
        <p:nvSpPr>
          <p:cNvPr id="19" name="Left Brace 18"/>
          <p:cNvSpPr/>
          <p:nvPr/>
        </p:nvSpPr>
        <p:spPr>
          <a:xfrm rot="5400000">
            <a:off x="3803345" y="-356309"/>
            <a:ext cx="345511" cy="3899610"/>
          </a:xfrm>
          <a:prstGeom prst="lef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vert="vert270" wrap="none" lIns="101901" tIns="0" rIns="713305" bIns="0" rtlCol="0" anchor="b" anchorCtr="0"/>
          <a:lstStyle/>
          <a:p>
            <a:pPr algn="ctr"/>
            <a:r>
              <a:rPr lang="en-US" sz="900" dirty="0"/>
              <a:t>Record Data in</a:t>
            </a:r>
          </a:p>
          <a:p>
            <a:pPr algn="ctr"/>
            <a:r>
              <a:rPr lang="en-US" sz="900" dirty="0"/>
              <a:t>PE&amp;PS</a:t>
            </a:r>
            <a:endParaRPr lang="en-US" sz="900" dirty="0"/>
          </a:p>
        </p:txBody>
      </p:sp>
      <p:sp>
        <p:nvSpPr>
          <p:cNvPr id="20" name="Left Brace 19"/>
          <p:cNvSpPr/>
          <p:nvPr/>
        </p:nvSpPr>
        <p:spPr>
          <a:xfrm rot="5400000">
            <a:off x="6265483" y="1138429"/>
            <a:ext cx="345511" cy="905832"/>
          </a:xfrm>
          <a:prstGeom prst="lef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vert="vert270" wrap="none" lIns="101901" tIns="0" rIns="713305" bIns="0" rtlCol="0" anchor="b" anchorCtr="0"/>
          <a:lstStyle/>
          <a:p>
            <a:pPr algn="ctr"/>
            <a:r>
              <a:rPr lang="en-US" sz="900" dirty="0"/>
              <a:t>Review &amp; Update</a:t>
            </a:r>
            <a:endParaRPr lang="en-US" sz="900" dirty="0"/>
          </a:p>
        </p:txBody>
      </p:sp>
      <p:sp>
        <p:nvSpPr>
          <p:cNvPr id="21" name="Left Brace 20"/>
          <p:cNvSpPr/>
          <p:nvPr/>
        </p:nvSpPr>
        <p:spPr>
          <a:xfrm rot="5400000">
            <a:off x="1326214" y="1140252"/>
            <a:ext cx="345511" cy="906751"/>
          </a:xfrm>
          <a:prstGeom prst="lef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vert="vert270" wrap="none" lIns="101901" tIns="0" rIns="713305" bIns="0" rtlCol="0" anchor="b" anchorCtr="0"/>
          <a:lstStyle/>
          <a:p>
            <a:pPr algn="ctr"/>
            <a:r>
              <a:rPr lang="en-US" sz="900" dirty="0"/>
              <a:t>Data Gathering </a:t>
            </a:r>
          </a:p>
          <a:p>
            <a:pPr algn="ctr"/>
            <a:r>
              <a:rPr lang="en-US" sz="900" dirty="0"/>
              <a:t>and Project Set-up</a:t>
            </a:r>
            <a:endParaRPr lang="en-US" sz="900" dirty="0"/>
          </a:p>
        </p:txBody>
      </p:sp>
      <p:sp>
        <p:nvSpPr>
          <p:cNvPr id="22" name="Left Brace 21"/>
          <p:cNvSpPr/>
          <p:nvPr/>
        </p:nvSpPr>
        <p:spPr>
          <a:xfrm rot="5400000">
            <a:off x="7219932" y="1141910"/>
            <a:ext cx="345511" cy="893668"/>
          </a:xfrm>
          <a:prstGeom prst="lef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vert="vert270" wrap="none" lIns="101901" tIns="0" rIns="713305" bIns="0" rtlCol="0" anchor="b" anchorCtr="0"/>
          <a:lstStyle/>
          <a:p>
            <a:pPr algn="ctr"/>
            <a:r>
              <a:rPr lang="en-US" sz="900" dirty="0"/>
              <a:t>Initial Pricing Call / </a:t>
            </a:r>
          </a:p>
          <a:p>
            <a:pPr algn="ctr"/>
            <a:r>
              <a:rPr lang="en-US" sz="900" dirty="0"/>
              <a:t>Staffing Model</a:t>
            </a:r>
            <a:endParaRPr lang="en-US" sz="900" dirty="0"/>
          </a:p>
        </p:txBody>
      </p:sp>
      <p:sp>
        <p:nvSpPr>
          <p:cNvPr id="23" name="Left Brace 22"/>
          <p:cNvSpPr/>
          <p:nvPr/>
        </p:nvSpPr>
        <p:spPr>
          <a:xfrm rot="5400000">
            <a:off x="8179620" y="1142753"/>
            <a:ext cx="345511" cy="891983"/>
          </a:xfrm>
          <a:prstGeom prst="lef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vert="vert270" wrap="none" lIns="101901" tIns="0" rIns="713305" bIns="0" rtlCol="0" anchor="b" anchorCtr="0"/>
          <a:lstStyle/>
          <a:p>
            <a:pPr algn="ctr"/>
            <a:r>
              <a:rPr lang="en-US" sz="900" dirty="0"/>
              <a:t>Pricing Model / </a:t>
            </a:r>
          </a:p>
          <a:p>
            <a:pPr algn="ctr"/>
            <a:r>
              <a:rPr lang="en-US" sz="900" dirty="0"/>
              <a:t>Final Pricing Call</a:t>
            </a:r>
            <a:endParaRPr lang="en-US" sz="900" dirty="0"/>
          </a:p>
        </p:txBody>
      </p:sp>
      <p:sp>
        <p:nvSpPr>
          <p:cNvPr id="24" name="Left Brace 23"/>
          <p:cNvSpPr/>
          <p:nvPr/>
        </p:nvSpPr>
        <p:spPr>
          <a:xfrm rot="5400000">
            <a:off x="9142122" y="1140781"/>
            <a:ext cx="345511" cy="895924"/>
          </a:xfrm>
          <a:prstGeom prst="lef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vert="vert270" wrap="none" lIns="101901" tIns="0" rIns="713305" bIns="0" rtlCol="0" anchor="b" anchorCtr="0"/>
          <a:lstStyle/>
          <a:p>
            <a:pPr algn="ctr"/>
            <a:r>
              <a:rPr lang="en-US" sz="900" dirty="0"/>
              <a:t>Project Plan</a:t>
            </a:r>
            <a:endParaRPr lang="en-US" sz="900" dirty="0"/>
          </a:p>
        </p:txBody>
      </p:sp>
      <p:sp>
        <p:nvSpPr>
          <p:cNvPr id="8" name="TextBox 7"/>
          <p:cNvSpPr txBox="1"/>
          <p:nvPr/>
        </p:nvSpPr>
        <p:spPr>
          <a:xfrm>
            <a:off x="419166" y="2591329"/>
            <a:ext cx="9343674" cy="5093717"/>
          </a:xfrm>
          <a:prstGeom prst="rect">
            <a:avLst/>
          </a:prstGeom>
          <a:noFill/>
        </p:spPr>
        <p:txBody>
          <a:bodyPr wrap="square" lIns="101901" tIns="50950" rIns="101901" bIns="50950" rtlCol="0">
            <a:spAutoFit/>
          </a:bodyPr>
          <a:lstStyle/>
          <a:p>
            <a:pPr marL="318440" indent="-318440">
              <a:buFont typeface="Arial" pitchFamily="34" charset="0"/>
              <a:buChar char="•"/>
            </a:pPr>
            <a:r>
              <a:rPr lang="en-US" sz="1200" dirty="0"/>
              <a:t>Lead Estimator Prep</a:t>
            </a:r>
          </a:p>
          <a:p>
            <a:pPr marL="827943" lvl="1" indent="-318440">
              <a:buFont typeface="Arial" pitchFamily="34" charset="0"/>
              <a:buChar char="•"/>
            </a:pPr>
            <a:r>
              <a:rPr lang="en-US" sz="1200" dirty="0"/>
              <a:t>Identify Lead Estimator</a:t>
            </a:r>
          </a:p>
          <a:p>
            <a:pPr marL="827943" lvl="1" indent="-318440">
              <a:buFont typeface="Arial" pitchFamily="34" charset="0"/>
              <a:buChar char="•"/>
            </a:pPr>
            <a:r>
              <a:rPr lang="en-US" sz="1200" dirty="0"/>
              <a:t>Lead Estimator completes training</a:t>
            </a:r>
          </a:p>
          <a:p>
            <a:pPr marL="318440" indent="-318440">
              <a:buFont typeface="Arial" pitchFamily="34" charset="0"/>
              <a:buChar char="•"/>
            </a:pPr>
            <a:r>
              <a:rPr lang="en-US" sz="1200" dirty="0"/>
              <a:t>Data Gathering and Project Set up</a:t>
            </a:r>
          </a:p>
          <a:p>
            <a:pPr marL="827943" lvl="1" indent="-318440">
              <a:buFont typeface="Arial" pitchFamily="34" charset="0"/>
              <a:buChar char="•"/>
            </a:pPr>
            <a:r>
              <a:rPr lang="en-US" sz="1200" dirty="0"/>
              <a:t>Lead Estimator downloads and completed data gathering worksheets</a:t>
            </a:r>
          </a:p>
          <a:p>
            <a:pPr marL="827943" lvl="1" indent="-318440">
              <a:buFont typeface="Arial" pitchFamily="34" charset="0"/>
              <a:buChar char="•"/>
            </a:pPr>
            <a:r>
              <a:rPr lang="en-US" sz="1200" dirty="0"/>
              <a:t>Lead Estimator completes Project Set-up Q&amp;A</a:t>
            </a:r>
          </a:p>
          <a:p>
            <a:pPr marL="827943" lvl="1" indent="-318440">
              <a:buFont typeface="Arial" pitchFamily="34" charset="0"/>
              <a:buChar char="•"/>
            </a:pPr>
            <a:r>
              <a:rPr lang="en-US" sz="1200" dirty="0"/>
              <a:t>Coach Sets up Project</a:t>
            </a:r>
          </a:p>
          <a:p>
            <a:pPr marL="318440" indent="-318440">
              <a:buFont typeface="Arial" pitchFamily="34" charset="0"/>
              <a:buChar char="•"/>
            </a:pPr>
            <a:r>
              <a:rPr lang="en-US" sz="1200" dirty="0"/>
              <a:t>Record Data in PE&amp;PS</a:t>
            </a:r>
          </a:p>
          <a:p>
            <a:pPr marL="827943" lvl="1" indent="-318440">
              <a:buFont typeface="Arial" pitchFamily="34" charset="0"/>
              <a:buChar char="•"/>
            </a:pPr>
            <a:r>
              <a:rPr lang="en-US" sz="1200" dirty="0"/>
              <a:t>Data entered into PE&amp;PS by proposal team</a:t>
            </a:r>
          </a:p>
          <a:p>
            <a:pPr marL="827943" lvl="1" indent="-318440">
              <a:buFont typeface="Arial" pitchFamily="34" charset="0"/>
              <a:buChar char="•"/>
            </a:pPr>
            <a:r>
              <a:rPr lang="en-US" sz="1200" dirty="0"/>
              <a:t>Data entered into PE&amp;PS by PM </a:t>
            </a:r>
            <a:r>
              <a:rPr lang="en-US" sz="1200" dirty="0" err="1"/>
              <a:t>CoE</a:t>
            </a:r>
            <a:r>
              <a:rPr lang="en-US" sz="1200" dirty="0"/>
              <a:t> team (Optional)</a:t>
            </a:r>
          </a:p>
          <a:p>
            <a:pPr marL="827943" lvl="1" indent="-318440">
              <a:buFont typeface="Arial" pitchFamily="34" charset="0"/>
              <a:buChar char="•"/>
            </a:pPr>
            <a:r>
              <a:rPr lang="en-US" sz="1200" dirty="0"/>
              <a:t>Coach available for clarification and interim reviews</a:t>
            </a:r>
          </a:p>
          <a:p>
            <a:pPr marL="318440" indent="-318440">
              <a:buFont typeface="Arial" pitchFamily="34" charset="0"/>
              <a:buChar char="•"/>
            </a:pPr>
            <a:r>
              <a:rPr lang="en-US" sz="1200" dirty="0"/>
              <a:t>Review and Update</a:t>
            </a:r>
          </a:p>
          <a:p>
            <a:pPr marL="827943" lvl="1" indent="-318440">
              <a:buFont typeface="Arial" pitchFamily="34" charset="0"/>
              <a:buChar char="•"/>
            </a:pPr>
            <a:r>
              <a:rPr lang="en-US" sz="1200" dirty="0"/>
              <a:t>Proposal team and Coach review estimate</a:t>
            </a:r>
          </a:p>
          <a:p>
            <a:pPr marL="827943" lvl="1" indent="-318440">
              <a:buFont typeface="Arial" pitchFamily="34" charset="0"/>
              <a:buChar char="•"/>
            </a:pPr>
            <a:r>
              <a:rPr lang="en-US" sz="1200" dirty="0"/>
              <a:t>Proposal modifies data as required and reviews again</a:t>
            </a:r>
          </a:p>
          <a:p>
            <a:pPr marL="827943" lvl="1" indent="-318440">
              <a:buFont typeface="Arial" pitchFamily="34" charset="0"/>
              <a:buChar char="•"/>
            </a:pPr>
            <a:r>
              <a:rPr lang="en-US" sz="1200" dirty="0"/>
              <a:t>Coach completes final review and final suggested changes</a:t>
            </a:r>
          </a:p>
          <a:p>
            <a:pPr marL="318440" indent="-318440">
              <a:buFont typeface="Arial" pitchFamily="34" charset="0"/>
              <a:buChar char="•"/>
            </a:pPr>
            <a:r>
              <a:rPr lang="en-US" sz="1200" dirty="0"/>
              <a:t>Initial Pricing Call / Staffing Model</a:t>
            </a:r>
          </a:p>
          <a:p>
            <a:pPr marL="827943" lvl="1" indent="-318440">
              <a:buFont typeface="Arial" pitchFamily="34" charset="0"/>
              <a:buChar char="•"/>
            </a:pPr>
            <a:r>
              <a:rPr lang="en-US" sz="1200" dirty="0"/>
              <a:t>Project initiates initial pricing discussion</a:t>
            </a:r>
          </a:p>
          <a:p>
            <a:pPr marL="827943" lvl="1" indent="-318440">
              <a:buFont typeface="Arial" pitchFamily="34" charset="0"/>
              <a:buChar char="•"/>
            </a:pPr>
            <a:r>
              <a:rPr lang="en-US" sz="1200" dirty="0"/>
              <a:t>Proposal team updates staffing model </a:t>
            </a:r>
          </a:p>
          <a:p>
            <a:pPr marL="827943" lvl="1" indent="-318440">
              <a:buFont typeface="Arial" pitchFamily="34" charset="0"/>
              <a:buChar char="•"/>
            </a:pPr>
            <a:r>
              <a:rPr lang="en-US" sz="1200" dirty="0"/>
              <a:t>Coach assists with Staffing model functionality</a:t>
            </a:r>
          </a:p>
          <a:p>
            <a:pPr marL="318440" indent="-318440">
              <a:buFont typeface="Arial" pitchFamily="34" charset="0"/>
              <a:buChar char="•"/>
            </a:pPr>
            <a:r>
              <a:rPr lang="en-US" sz="1200" dirty="0"/>
              <a:t>Pricing Model / Final Pricing Call</a:t>
            </a:r>
          </a:p>
          <a:p>
            <a:pPr marL="827943" lvl="1" indent="-318440">
              <a:buFont typeface="Arial" pitchFamily="34" charset="0"/>
              <a:buChar char="•"/>
            </a:pPr>
            <a:r>
              <a:rPr lang="en-US" sz="1200" dirty="0"/>
              <a:t>Proposal team generates Pricing Model</a:t>
            </a:r>
          </a:p>
          <a:p>
            <a:pPr marL="827943" lvl="1" indent="-318440">
              <a:buFont typeface="Arial" pitchFamily="34" charset="0"/>
              <a:buChar char="•"/>
            </a:pPr>
            <a:r>
              <a:rPr lang="en-US" sz="1200" dirty="0"/>
              <a:t>PCOE will assist in pricing model reviews</a:t>
            </a:r>
          </a:p>
          <a:p>
            <a:pPr marL="827943" lvl="1" indent="-318440">
              <a:buFont typeface="Arial" pitchFamily="34" charset="0"/>
              <a:buChar char="•"/>
            </a:pPr>
            <a:r>
              <a:rPr lang="en-US" sz="1200" dirty="0"/>
              <a:t>Project team meets with PPD to review final price</a:t>
            </a:r>
          </a:p>
          <a:p>
            <a:pPr marL="318440" indent="-318440">
              <a:buFont typeface="Arial" pitchFamily="34" charset="0"/>
              <a:buChar char="•"/>
            </a:pPr>
            <a:r>
              <a:rPr lang="en-US" sz="1200" dirty="0"/>
              <a:t>Project Plan</a:t>
            </a:r>
          </a:p>
          <a:p>
            <a:pPr marL="827943" lvl="1" indent="-318440">
              <a:buFont typeface="Arial" pitchFamily="34" charset="0"/>
              <a:buChar char="•"/>
            </a:pPr>
            <a:r>
              <a:rPr lang="en-US" sz="1200" dirty="0"/>
              <a:t>Adjustments to PE&amp;PS completed after pricing call (if required)</a:t>
            </a:r>
          </a:p>
          <a:p>
            <a:pPr marL="827943" lvl="1" indent="-318440">
              <a:buFont typeface="Arial" pitchFamily="34" charset="0"/>
              <a:buChar char="•"/>
            </a:pPr>
            <a:r>
              <a:rPr lang="en-US" sz="1200" dirty="0"/>
              <a:t>Project team generates and updates Summary/Work Plan</a:t>
            </a:r>
          </a:p>
        </p:txBody>
      </p:sp>
    </p:spTree>
    <p:extLst>
      <p:ext uri="{BB962C8B-B14F-4D97-AF65-F5344CB8AC3E}">
        <p14:creationId xmlns:p14="http://schemas.microsoft.com/office/powerpoint/2010/main" val="14321803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191068" y="940303"/>
            <a:ext cx="9796991" cy="742272"/>
            <a:chOff x="68510" y="1560285"/>
            <a:chExt cx="9050776" cy="742272"/>
          </a:xfrm>
        </p:grpSpPr>
        <p:sp>
          <p:nvSpPr>
            <p:cNvPr id="11" name="AutoShape 23"/>
            <p:cNvSpPr>
              <a:spLocks noChangeArrowheads="1"/>
            </p:cNvSpPr>
            <p:nvPr/>
          </p:nvSpPr>
          <p:spPr bwMode="gray">
            <a:xfrm>
              <a:off x="950390" y="1561003"/>
              <a:ext cx="1068533" cy="740837"/>
            </a:xfrm>
            <a:prstGeom prst="chevron">
              <a:avLst>
                <a:gd name="adj" fmla="val 32648"/>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1</a:t>
              </a:r>
            </a:p>
            <a:p>
              <a:pPr algn="ctr" defTabSz="820474">
                <a:lnSpc>
                  <a:spcPct val="106000"/>
                </a:lnSpc>
                <a:spcBef>
                  <a:spcPct val="30000"/>
                </a:spcBef>
                <a:buClr>
                  <a:srgbClr val="000000"/>
                </a:buClr>
              </a:pPr>
              <a:r>
                <a:rPr lang="en-US" sz="800" dirty="0">
                  <a:solidFill>
                    <a:schemeClr val="bg1"/>
                  </a:solidFill>
                </a:rPr>
                <a:t>Set Up</a:t>
              </a:r>
            </a:p>
            <a:p>
              <a:pPr algn="ctr" defTabSz="820474">
                <a:lnSpc>
                  <a:spcPct val="106000"/>
                </a:lnSpc>
                <a:spcBef>
                  <a:spcPct val="30000"/>
                </a:spcBef>
                <a:buClr>
                  <a:srgbClr val="000000"/>
                </a:buClr>
              </a:pPr>
              <a:r>
                <a:rPr lang="en-US" sz="800" dirty="0">
                  <a:solidFill>
                    <a:schemeClr val="bg1"/>
                  </a:solidFill>
                </a:rPr>
                <a:t>Project</a:t>
              </a:r>
            </a:p>
          </p:txBody>
        </p:sp>
        <p:sp>
          <p:nvSpPr>
            <p:cNvPr id="12" name="AutoShape 25"/>
            <p:cNvSpPr>
              <a:spLocks noChangeArrowheads="1"/>
            </p:cNvSpPr>
            <p:nvPr/>
          </p:nvSpPr>
          <p:spPr bwMode="gray">
            <a:xfrm>
              <a:off x="3694200" y="1560644"/>
              <a:ext cx="1059725" cy="741554"/>
            </a:xfrm>
            <a:prstGeom prst="chevron">
              <a:avLst>
                <a:gd name="adj" fmla="val 32379"/>
              </a:avLst>
            </a:prstGeom>
            <a:solidFill>
              <a:schemeClr val="accent1"/>
            </a:solidFill>
            <a:ln w="28575" algn="ctr">
              <a:noFill/>
              <a:miter lim="800000"/>
              <a:headEnd/>
              <a:tailEnd/>
            </a:ln>
          </p:spPr>
          <p:txBody>
            <a:bodyPr lIns="41014" tIns="91396" rIns="41014"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4</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Record Product Scope</a:t>
              </a:r>
            </a:p>
          </p:txBody>
        </p:sp>
        <p:sp>
          <p:nvSpPr>
            <p:cNvPr id="13" name="AutoShape 26"/>
            <p:cNvSpPr>
              <a:spLocks noChangeArrowheads="1"/>
            </p:cNvSpPr>
            <p:nvPr/>
          </p:nvSpPr>
          <p:spPr bwMode="gray">
            <a:xfrm>
              <a:off x="4567272"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5</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Define Project </a:t>
              </a:r>
              <a:r>
                <a:rPr lang="en-US" sz="800" dirty="0" smtClean="0">
                  <a:solidFill>
                    <a:schemeClr val="bg1"/>
                  </a:solidFill>
                  <a:cs typeface="Arial" charset="0"/>
                </a:rPr>
                <a:t>Resources</a:t>
              </a:r>
              <a:endParaRPr lang="en-US" sz="800" dirty="0">
                <a:solidFill>
                  <a:schemeClr val="bg1"/>
                </a:solidFill>
                <a:cs typeface="Arial" charset="0"/>
              </a:endParaRPr>
            </a:p>
          </p:txBody>
        </p:sp>
        <p:sp>
          <p:nvSpPr>
            <p:cNvPr id="14" name="AutoShape 27"/>
            <p:cNvSpPr>
              <a:spLocks noChangeArrowheads="1"/>
            </p:cNvSpPr>
            <p:nvPr/>
          </p:nvSpPr>
          <p:spPr bwMode="gray">
            <a:xfrm>
              <a:off x="5440344"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6</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Review </a:t>
              </a:r>
              <a:r>
                <a:rPr lang="en-US" sz="800" dirty="0" smtClean="0">
                  <a:solidFill>
                    <a:schemeClr val="bg1"/>
                  </a:solidFill>
                  <a:cs typeface="Arial" charset="0"/>
                </a:rPr>
                <a:t>Effort and Costs</a:t>
              </a:r>
              <a:endParaRPr lang="en-US" sz="800" dirty="0">
                <a:solidFill>
                  <a:schemeClr val="bg1"/>
                </a:solidFill>
                <a:cs typeface="Arial" charset="0"/>
              </a:endParaRPr>
            </a:p>
          </p:txBody>
        </p:sp>
        <p:sp>
          <p:nvSpPr>
            <p:cNvPr id="15" name="AutoShape 28"/>
            <p:cNvSpPr>
              <a:spLocks noChangeArrowheads="1"/>
            </p:cNvSpPr>
            <p:nvPr/>
          </p:nvSpPr>
          <p:spPr bwMode="gray">
            <a:xfrm>
              <a:off x="6313416"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7</a:t>
              </a: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Complete Staffing Model</a:t>
              </a:r>
              <a:endParaRPr lang="en-US" sz="800" dirty="0">
                <a:solidFill>
                  <a:schemeClr val="bg1"/>
                </a:solidFill>
                <a:cs typeface="Arial" charset="0"/>
              </a:endParaRPr>
            </a:p>
          </p:txBody>
        </p:sp>
        <p:sp>
          <p:nvSpPr>
            <p:cNvPr id="16" name="AutoShape 27"/>
            <p:cNvSpPr>
              <a:spLocks noChangeArrowheads="1"/>
            </p:cNvSpPr>
            <p:nvPr/>
          </p:nvSpPr>
          <p:spPr bwMode="gray">
            <a:xfrm>
              <a:off x="7186488"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8</a:t>
              </a: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Complete Pricing Model </a:t>
              </a:r>
              <a:endParaRPr lang="en-US" sz="800" dirty="0">
                <a:solidFill>
                  <a:schemeClr val="bg1"/>
                </a:solidFill>
                <a:cs typeface="Arial" charset="0"/>
              </a:endParaRPr>
            </a:p>
          </p:txBody>
        </p:sp>
        <p:sp>
          <p:nvSpPr>
            <p:cNvPr id="17" name="AutoShape 24"/>
            <p:cNvSpPr>
              <a:spLocks noChangeArrowheads="1"/>
            </p:cNvSpPr>
            <p:nvPr/>
          </p:nvSpPr>
          <p:spPr bwMode="gray">
            <a:xfrm>
              <a:off x="1832270" y="1560285"/>
              <a:ext cx="1117618" cy="742272"/>
            </a:xfrm>
            <a:prstGeom prst="chevron">
              <a:avLst>
                <a:gd name="adj" fmla="val 32338"/>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2</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Record Method Scope</a:t>
              </a:r>
            </a:p>
          </p:txBody>
        </p:sp>
        <p:sp>
          <p:nvSpPr>
            <p:cNvPr id="18" name="AutoShape 24"/>
            <p:cNvSpPr>
              <a:spLocks noChangeArrowheads="1"/>
            </p:cNvSpPr>
            <p:nvPr/>
          </p:nvSpPr>
          <p:spPr bwMode="gray">
            <a:xfrm>
              <a:off x="2763235" y="1560285"/>
              <a:ext cx="1117618" cy="742272"/>
            </a:xfrm>
            <a:prstGeom prst="chevron">
              <a:avLst>
                <a:gd name="adj" fmla="val 32338"/>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3</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Define </a:t>
              </a:r>
              <a:r>
                <a:rPr lang="en-US" sz="800" dirty="0" smtClean="0">
                  <a:solidFill>
                    <a:schemeClr val="bg1"/>
                  </a:solidFill>
                  <a:cs typeface="Arial" charset="0"/>
                </a:rPr>
                <a:t>Schedule</a:t>
              </a:r>
              <a:r>
                <a:rPr lang="en-US" sz="800" dirty="0">
                  <a:solidFill>
                    <a:schemeClr val="bg1"/>
                  </a:solidFill>
                  <a:cs typeface="Arial" charset="0"/>
                </a:rPr>
                <a:t/>
              </a:r>
              <a:br>
                <a:rPr lang="en-US" sz="800" dirty="0">
                  <a:solidFill>
                    <a:schemeClr val="bg1"/>
                  </a:solidFill>
                  <a:cs typeface="Arial" charset="0"/>
                </a:rPr>
              </a:br>
              <a:endParaRPr lang="en-US" sz="800" dirty="0" smtClean="0">
                <a:solidFill>
                  <a:schemeClr val="bg1"/>
                </a:solidFill>
                <a:cs typeface="Arial" charset="0"/>
              </a:endParaRPr>
            </a:p>
          </p:txBody>
        </p:sp>
        <p:sp>
          <p:nvSpPr>
            <p:cNvPr id="19" name="AutoShape 27"/>
            <p:cNvSpPr>
              <a:spLocks noChangeArrowheads="1"/>
            </p:cNvSpPr>
            <p:nvPr/>
          </p:nvSpPr>
          <p:spPr bwMode="gray">
            <a:xfrm>
              <a:off x="8059561"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9</a:t>
              </a:r>
              <a:endParaRPr lang="en-US" sz="800" dirty="0">
                <a:solidFill>
                  <a:schemeClr val="bg1"/>
                </a:solidFill>
                <a:cs typeface="Arial" charset="0"/>
              </a:endParaRP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Generate Summary / Work Plan</a:t>
              </a:r>
              <a:endParaRPr lang="en-US" sz="800" dirty="0">
                <a:solidFill>
                  <a:schemeClr val="bg1"/>
                </a:solidFill>
                <a:cs typeface="Arial" charset="0"/>
              </a:endParaRPr>
            </a:p>
          </p:txBody>
        </p:sp>
        <p:sp>
          <p:nvSpPr>
            <p:cNvPr id="20" name="AutoShape 23"/>
            <p:cNvSpPr>
              <a:spLocks noChangeArrowheads="1"/>
            </p:cNvSpPr>
            <p:nvPr/>
          </p:nvSpPr>
          <p:spPr bwMode="gray">
            <a:xfrm>
              <a:off x="68510" y="1561003"/>
              <a:ext cx="1068533" cy="740837"/>
            </a:xfrm>
            <a:prstGeom prst="chevron">
              <a:avLst>
                <a:gd name="adj" fmla="val 32648"/>
              </a:avLst>
            </a:prstGeom>
            <a:solidFill>
              <a:srgbClr val="92D400"/>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b="1" dirty="0">
                  <a:solidFill>
                    <a:schemeClr val="bg1"/>
                  </a:solidFill>
                </a:rPr>
                <a:t>0</a:t>
              </a:r>
              <a:endParaRPr lang="en-US" sz="800" b="1" dirty="0">
                <a:solidFill>
                  <a:schemeClr val="bg1"/>
                </a:solidFill>
              </a:endParaRPr>
            </a:p>
            <a:p>
              <a:pPr algn="ctr" defTabSz="820474">
                <a:lnSpc>
                  <a:spcPct val="106000"/>
                </a:lnSpc>
                <a:spcBef>
                  <a:spcPct val="30000"/>
                </a:spcBef>
                <a:buClr>
                  <a:srgbClr val="000000"/>
                </a:buClr>
              </a:pPr>
              <a:r>
                <a:rPr lang="en-US" sz="800" b="1" dirty="0">
                  <a:solidFill>
                    <a:schemeClr val="bg1"/>
                  </a:solidFill>
                </a:rPr>
                <a:t>PE&amp;PS Prep</a:t>
              </a:r>
              <a:endParaRPr lang="en-US" sz="800" b="1" dirty="0">
                <a:solidFill>
                  <a:schemeClr val="bg1"/>
                </a:solidFill>
              </a:endParaRPr>
            </a:p>
          </p:txBody>
        </p:sp>
      </p:grpSp>
      <p:sp>
        <p:nvSpPr>
          <p:cNvPr id="5" name="Slide Number Placeholder 4"/>
          <p:cNvSpPr>
            <a:spLocks noGrp="1"/>
          </p:cNvSpPr>
          <p:nvPr>
            <p:ph type="sldNum" sz="quarter" idx="10"/>
          </p:nvPr>
        </p:nvSpPr>
        <p:spPr/>
        <p:txBody>
          <a:bodyPr/>
          <a:lstStyle/>
          <a:p>
            <a:pPr>
              <a:defRPr/>
            </a:pPr>
            <a:fld id="{E7F8F02A-A47B-4811-9890-B5988FAA4055}" type="slidenum">
              <a:rPr lang="en-US" smtClean="0"/>
              <a:pPr>
                <a:defRPr/>
              </a:pPr>
              <a:t>10</a:t>
            </a:fld>
            <a:endParaRPr lang="en-US" dirty="0"/>
          </a:p>
        </p:txBody>
      </p:sp>
      <p:graphicFrame>
        <p:nvGraphicFramePr>
          <p:cNvPr id="22" name="Group 28"/>
          <p:cNvGraphicFramePr>
            <a:graphicFrameLocks noGrp="1"/>
          </p:cNvGraphicFramePr>
          <p:nvPr>
            <p:extLst>
              <p:ext uri="{D42A27DB-BD31-4B8C-83A1-F6EECF244321}">
                <p14:modId xmlns:p14="http://schemas.microsoft.com/office/powerpoint/2010/main" val="935388053"/>
              </p:ext>
            </p:extLst>
          </p:nvPr>
        </p:nvGraphicFramePr>
        <p:xfrm>
          <a:off x="640655" y="2489987"/>
          <a:ext cx="8884152" cy="1755315"/>
        </p:xfrm>
        <a:graphic>
          <a:graphicData uri="http://schemas.openxmlformats.org/drawingml/2006/table">
            <a:tbl>
              <a:tblPr/>
              <a:tblGrid>
                <a:gridCol w="2317036"/>
                <a:gridCol w="6567116"/>
              </a:tblGrid>
              <a:tr h="498869">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pPr>
                      <a:r>
                        <a:rPr kumimoji="0" lang="en-US" sz="1200" b="1" i="0" u="none" strike="noStrike" cap="none" normalizeH="0" baseline="0" dirty="0" smtClean="0">
                          <a:ln>
                            <a:noFill/>
                          </a:ln>
                          <a:solidFill>
                            <a:schemeClr val="accent1"/>
                          </a:solidFill>
                          <a:effectLst/>
                          <a:latin typeface="Arial" charset="0"/>
                          <a:cs typeface="Arial" charset="0"/>
                        </a:rPr>
                        <a:t>Description</a:t>
                      </a:r>
                    </a:p>
                  </a:txBody>
                  <a:tcPr marL="80237" marR="80237" marT="40118" marB="120355"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400"/>
                        </a:lnSpc>
                        <a:spcBef>
                          <a:spcPct val="50000"/>
                        </a:spcBef>
                        <a:spcAft>
                          <a:spcPct val="0"/>
                        </a:spcAft>
                        <a:buClr>
                          <a:schemeClr val="tx2"/>
                        </a:buClr>
                        <a:buSzTx/>
                        <a:buFont typeface="Arial" pitchFamily="34" charset="0"/>
                        <a:buChar char="•"/>
                        <a:tabLst>
                          <a:tab pos="7702550" algn="l"/>
                        </a:tabLst>
                      </a:pPr>
                      <a:r>
                        <a:rPr lang="en-US" sz="1200" dirty="0" smtClean="0">
                          <a:solidFill>
                            <a:schemeClr val="tx2"/>
                          </a:solidFill>
                          <a:latin typeface="Arial" charset="0"/>
                          <a:cs typeface="Arial" charset="0"/>
                        </a:rPr>
                        <a:t>The Lead Estimator will be identified and will complete the PE&amp;PS required training</a:t>
                      </a:r>
                      <a:endParaRPr lang="en-US" sz="1200" kern="1200" baseline="0" dirty="0" smtClean="0">
                        <a:solidFill>
                          <a:schemeClr val="tx2"/>
                        </a:solidFill>
                        <a:latin typeface="+mn-lt"/>
                        <a:ea typeface="+mn-ea"/>
                        <a:cs typeface="+mn-cs"/>
                      </a:endParaRPr>
                    </a:p>
                  </a:txBody>
                  <a:tcPr marL="80237" marR="80237" marT="40118" marB="120355"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r h="651159">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pPr>
                      <a:r>
                        <a:rPr kumimoji="0" lang="en-US" sz="1200" b="1" i="0" u="none" strike="noStrike" cap="none" normalizeH="0" baseline="0" dirty="0" smtClean="0">
                          <a:ln>
                            <a:noFill/>
                          </a:ln>
                          <a:solidFill>
                            <a:schemeClr val="accent1"/>
                          </a:solidFill>
                          <a:effectLst/>
                          <a:latin typeface="Arial" charset="0"/>
                          <a:cs typeface="Arial" charset="0"/>
                        </a:rPr>
                        <a:t>Prerequisite Information</a:t>
                      </a:r>
                    </a:p>
                  </a:txBody>
                  <a:tcPr marL="80237" marR="80237" marT="40118" marB="120355"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000"/>
                        </a:lnSpc>
                        <a:spcBef>
                          <a:spcPct val="50000"/>
                        </a:spcBef>
                        <a:spcAft>
                          <a:spcPct val="0"/>
                        </a:spcAft>
                        <a:buClr>
                          <a:schemeClr val="tx2"/>
                        </a:buClr>
                        <a:buSzTx/>
                        <a:buFont typeface="Times" charset="0"/>
                        <a:buChar char="•"/>
                        <a:tabLst>
                          <a:tab pos="7702550" algn="l"/>
                        </a:tabLst>
                      </a:pPr>
                      <a:r>
                        <a:rPr lang="en-US" sz="1200" kern="1200" dirty="0" smtClean="0">
                          <a:solidFill>
                            <a:schemeClr val="tx2"/>
                          </a:solidFill>
                          <a:latin typeface="+mn-lt"/>
                          <a:ea typeface="+mn-ea"/>
                          <a:cs typeface="+mn-cs"/>
                        </a:rPr>
                        <a:t>Lead Estimator is Senior</a:t>
                      </a:r>
                      <a:r>
                        <a:rPr lang="en-US" sz="1200" kern="1200" baseline="0" dirty="0" smtClean="0">
                          <a:solidFill>
                            <a:schemeClr val="tx2"/>
                          </a:solidFill>
                          <a:latin typeface="+mn-lt"/>
                          <a:ea typeface="+mn-ea"/>
                          <a:cs typeface="+mn-cs"/>
                        </a:rPr>
                        <a:t> Manager/Specialist Leader or higher</a:t>
                      </a:r>
                    </a:p>
                    <a:p>
                      <a:pPr marL="195263" marR="0" lvl="0" indent="-195263" algn="l" defTabSz="1019175" rtl="0" eaLnBrk="1" fontAlgn="base" latinLnBrk="0" hangingPunct="1">
                        <a:lnSpc>
                          <a:spcPts val="1000"/>
                        </a:lnSpc>
                        <a:spcBef>
                          <a:spcPct val="50000"/>
                        </a:spcBef>
                        <a:spcAft>
                          <a:spcPct val="0"/>
                        </a:spcAft>
                        <a:buClr>
                          <a:schemeClr val="tx2"/>
                        </a:buClr>
                        <a:buSzTx/>
                        <a:buFont typeface="Times" charset="0"/>
                        <a:buChar char="•"/>
                        <a:tabLst>
                          <a:tab pos="7702550" algn="l"/>
                        </a:tabLst>
                      </a:pPr>
                      <a:r>
                        <a:rPr lang="en-US" sz="1200" kern="1200" baseline="0" dirty="0" smtClean="0">
                          <a:solidFill>
                            <a:schemeClr val="tx2"/>
                          </a:solidFill>
                          <a:latin typeface="+mn-lt"/>
                          <a:ea typeface="+mn-ea"/>
                          <a:cs typeface="+mn-cs"/>
                        </a:rPr>
                        <a:t>Responsible for creating the staffing plan and pricing model</a:t>
                      </a:r>
                      <a:endParaRPr lang="en-US" sz="1200" kern="1200" dirty="0">
                        <a:solidFill>
                          <a:schemeClr val="tx2"/>
                        </a:solidFill>
                        <a:latin typeface="+mn-lt"/>
                        <a:ea typeface="+mn-ea"/>
                        <a:cs typeface="+mn-cs"/>
                      </a:endParaRPr>
                    </a:p>
                  </a:txBody>
                  <a:tcPr marL="80237" marR="80237" marT="40118" marB="120355"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r h="605287">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defRPr/>
                      </a:pPr>
                      <a:r>
                        <a:rPr kumimoji="0" lang="en-US" sz="1200" b="1" i="0" u="none" strike="noStrike" cap="none" normalizeH="0" baseline="0" dirty="0" smtClean="0">
                          <a:ln>
                            <a:noFill/>
                          </a:ln>
                          <a:solidFill>
                            <a:schemeClr val="accent1"/>
                          </a:solidFill>
                          <a:effectLst/>
                          <a:latin typeface="+mj-lt"/>
                          <a:cs typeface="Arial" charset="0"/>
                        </a:rPr>
                        <a:t>Other Resources</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0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n-lt"/>
                          <a:ea typeface="+mn-ea"/>
                          <a:cs typeface="+mn-cs"/>
                        </a:rPr>
                        <a:t>SQ Coach</a:t>
                      </a:r>
                    </a:p>
                    <a:p>
                      <a:pPr marL="195263" marR="0" lvl="0" indent="-195263" algn="l" defTabSz="1019175" rtl="0" eaLnBrk="1" fontAlgn="base" latinLnBrk="0" hangingPunct="1">
                        <a:lnSpc>
                          <a:spcPts val="1000"/>
                        </a:lnSpc>
                        <a:spcBef>
                          <a:spcPct val="50000"/>
                        </a:spcBef>
                        <a:spcAft>
                          <a:spcPct val="0"/>
                        </a:spcAft>
                        <a:buClr>
                          <a:schemeClr val="tx2"/>
                        </a:buClr>
                        <a:buSzTx/>
                        <a:buFont typeface="Times" charset="0"/>
                        <a:buChar char="•"/>
                        <a:tabLst>
                          <a:tab pos="7702550" algn="l"/>
                        </a:tabLst>
                        <a:defRPr/>
                      </a:pPr>
                      <a:endParaRPr lang="en-US" sz="1200" kern="1200" baseline="0" dirty="0" smtClean="0">
                        <a:solidFill>
                          <a:schemeClr val="tx2"/>
                        </a:solidFill>
                        <a:latin typeface="+mn-lt"/>
                        <a:ea typeface="+mn-ea"/>
                        <a:cs typeface="+mn-cs"/>
                      </a:endParaRP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bl>
          </a:graphicData>
        </a:graphic>
      </p:graphicFrame>
      <p:sp>
        <p:nvSpPr>
          <p:cNvPr id="24" name="Rectangle 2"/>
          <p:cNvSpPr txBox="1">
            <a:spLocks noChangeArrowheads="1"/>
          </p:cNvSpPr>
          <p:nvPr/>
        </p:nvSpPr>
        <p:spPr bwMode="auto">
          <a:xfrm>
            <a:off x="367876" y="391994"/>
            <a:ext cx="9127343" cy="62983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defTabSz="1018685">
              <a:lnSpc>
                <a:spcPts val="3399"/>
              </a:lnSpc>
              <a:defRPr/>
            </a:pPr>
            <a:r>
              <a:rPr lang="en-US" sz="2600" b="1" dirty="0" smtClean="0">
                <a:solidFill>
                  <a:schemeClr val="tx2"/>
                </a:solidFill>
                <a:latin typeface="+mj-lt"/>
                <a:ea typeface="+mj-ea"/>
                <a:cs typeface="+mj-cs"/>
              </a:rPr>
              <a:t>Step </a:t>
            </a:r>
            <a:r>
              <a:rPr lang="en-US" sz="2600" b="1" dirty="0" smtClean="0">
                <a:solidFill>
                  <a:schemeClr val="tx2"/>
                </a:solidFill>
                <a:latin typeface="+mj-lt"/>
                <a:ea typeface="+mj-ea"/>
                <a:cs typeface="+mj-cs"/>
              </a:rPr>
              <a:t>0: PE&amp;PS Prep</a:t>
            </a:r>
            <a:endParaRPr lang="en-US" sz="2600" b="1" dirty="0" smtClean="0">
              <a:solidFill>
                <a:schemeClr val="tx2"/>
              </a:solidFill>
              <a:latin typeface="+mj-lt"/>
              <a:ea typeface="+mj-ea"/>
              <a:cs typeface="+mj-cs"/>
            </a:endParaRPr>
          </a:p>
        </p:txBody>
      </p:sp>
      <p:sp>
        <p:nvSpPr>
          <p:cNvPr id="35" name="Round Single Corner Rectangle 34"/>
          <p:cNvSpPr/>
          <p:nvPr/>
        </p:nvSpPr>
        <p:spPr>
          <a:xfrm>
            <a:off x="653246" y="1916725"/>
            <a:ext cx="8831886" cy="430688"/>
          </a:xfrm>
          <a:prstGeom prst="round1Rect">
            <a:avLst>
              <a:gd name="adj" fmla="val 0"/>
            </a:avLst>
          </a:prstGeom>
          <a:solidFill>
            <a:schemeClr val="bg1"/>
          </a:solidFill>
          <a:ln w="28575" algn="ctr">
            <a:solidFill>
              <a:schemeClr val="accent2"/>
            </a:solidFill>
            <a:miter lim="800000"/>
            <a:headEnd/>
            <a:tailEnd/>
          </a:ln>
        </p:spPr>
        <p:txBody>
          <a:bodyPr lIns="80187" tIns="101836" rIns="80187" bIns="80187" anchor="t" anchorCtr="0"/>
          <a:lstStyle/>
          <a:p>
            <a:pPr defTabSz="914189">
              <a:lnSpc>
                <a:spcPct val="106000"/>
              </a:lnSpc>
              <a:spcBef>
                <a:spcPct val="30000"/>
              </a:spcBef>
              <a:buClr>
                <a:schemeClr val="tx1"/>
              </a:buClr>
            </a:pPr>
            <a:r>
              <a:rPr lang="en-US" sz="1200" dirty="0" smtClean="0">
                <a:solidFill>
                  <a:schemeClr val="tx2"/>
                </a:solidFill>
              </a:rPr>
              <a:t>Objective:  </a:t>
            </a:r>
            <a:r>
              <a:rPr lang="en-US" sz="1200" dirty="0" smtClean="0">
                <a:solidFill>
                  <a:schemeClr val="tx2"/>
                </a:solidFill>
              </a:rPr>
              <a:t>To prepare the Lead Estimator for work in the PE&amp;PS tool</a:t>
            </a:r>
            <a:endParaRPr lang="en-US" sz="1200" dirty="0">
              <a:solidFill>
                <a:schemeClr val="tx2"/>
              </a:solidFill>
            </a:endParaRPr>
          </a:p>
        </p:txBody>
      </p:sp>
      <p:sp>
        <p:nvSpPr>
          <p:cNvPr id="36" name="AutoShape 23"/>
          <p:cNvSpPr>
            <a:spLocks noChangeArrowheads="1"/>
          </p:cNvSpPr>
          <p:nvPr/>
        </p:nvSpPr>
        <p:spPr bwMode="gray">
          <a:xfrm>
            <a:off x="3207224" y="6640349"/>
            <a:ext cx="1396872" cy="635227"/>
          </a:xfrm>
          <a:prstGeom prst="chevron">
            <a:avLst>
              <a:gd name="adj" fmla="val 32648"/>
            </a:avLst>
          </a:prstGeom>
          <a:solidFill>
            <a:schemeClr val="accent2"/>
          </a:solidFill>
          <a:ln w="28575" algn="ctr">
            <a:noFill/>
            <a:miter lim="800000"/>
            <a:headEnd/>
            <a:tailEnd/>
          </a:ln>
        </p:spPr>
        <p:txBody>
          <a:bodyPr lIns="80187" tIns="101836" rIns="80187" bIns="80187" anchor="ctr" anchorCtr="1"/>
          <a:lstStyle/>
          <a:p>
            <a:pPr algn="ctr" defTabSz="914189">
              <a:lnSpc>
                <a:spcPct val="106000"/>
              </a:lnSpc>
              <a:spcBef>
                <a:spcPct val="30000"/>
              </a:spcBef>
              <a:buClr>
                <a:schemeClr val="tx1"/>
              </a:buClr>
            </a:pPr>
            <a:r>
              <a:rPr lang="en-US" sz="1100" dirty="0" smtClean="0">
                <a:solidFill>
                  <a:schemeClr val="bg1"/>
                </a:solidFill>
              </a:rPr>
              <a:t>Step </a:t>
            </a:r>
            <a:r>
              <a:rPr lang="en-US" sz="1100" dirty="0" smtClean="0">
                <a:solidFill>
                  <a:schemeClr val="bg1"/>
                </a:solidFill>
              </a:rPr>
              <a:t>0.1</a:t>
            </a:r>
            <a:endParaRPr lang="en-US" sz="1100" dirty="0">
              <a:solidFill>
                <a:schemeClr val="bg1"/>
              </a:solidFill>
            </a:endParaRPr>
          </a:p>
          <a:p>
            <a:pPr algn="ctr" defTabSz="914189">
              <a:lnSpc>
                <a:spcPct val="106000"/>
              </a:lnSpc>
              <a:spcBef>
                <a:spcPct val="30000"/>
              </a:spcBef>
              <a:buClr>
                <a:schemeClr val="tx1"/>
              </a:buClr>
            </a:pPr>
            <a:r>
              <a:rPr lang="en-US" sz="1100" dirty="0" smtClean="0">
                <a:solidFill>
                  <a:schemeClr val="bg1"/>
                </a:solidFill>
              </a:rPr>
              <a:t>Identify Lead Estimator</a:t>
            </a:r>
            <a:endParaRPr lang="en-US" sz="1100" dirty="0">
              <a:solidFill>
                <a:schemeClr val="bg1"/>
              </a:solidFill>
            </a:endParaRPr>
          </a:p>
        </p:txBody>
      </p:sp>
      <p:sp>
        <p:nvSpPr>
          <p:cNvPr id="37" name="AutoShape 23"/>
          <p:cNvSpPr>
            <a:spLocks noChangeArrowheads="1"/>
          </p:cNvSpPr>
          <p:nvPr/>
        </p:nvSpPr>
        <p:spPr bwMode="gray">
          <a:xfrm>
            <a:off x="4453536" y="6637048"/>
            <a:ext cx="1334800" cy="641828"/>
          </a:xfrm>
          <a:prstGeom prst="chevron">
            <a:avLst>
              <a:gd name="adj" fmla="val 32648"/>
            </a:avLst>
          </a:prstGeom>
          <a:solidFill>
            <a:schemeClr val="accent2"/>
          </a:solidFill>
          <a:ln w="28575" algn="ctr">
            <a:noFill/>
            <a:miter lim="800000"/>
            <a:headEnd/>
            <a:tailEnd/>
          </a:ln>
        </p:spPr>
        <p:txBody>
          <a:bodyPr lIns="80187" tIns="101836" rIns="80187" bIns="80187" anchor="ctr" anchorCtr="1"/>
          <a:lstStyle/>
          <a:p>
            <a:pPr algn="ctr" defTabSz="914189">
              <a:lnSpc>
                <a:spcPct val="106000"/>
              </a:lnSpc>
              <a:spcBef>
                <a:spcPct val="30000"/>
              </a:spcBef>
              <a:buClr>
                <a:schemeClr val="tx1"/>
              </a:buClr>
            </a:pPr>
            <a:r>
              <a:rPr lang="en-US" sz="1100" dirty="0" smtClean="0">
                <a:solidFill>
                  <a:schemeClr val="bg1"/>
                </a:solidFill>
              </a:rPr>
              <a:t>Step </a:t>
            </a:r>
            <a:r>
              <a:rPr lang="en-US" sz="1100" dirty="0" smtClean="0">
                <a:solidFill>
                  <a:schemeClr val="bg1"/>
                </a:solidFill>
              </a:rPr>
              <a:t>0.2</a:t>
            </a:r>
            <a:endParaRPr lang="en-US" sz="1100" dirty="0">
              <a:solidFill>
                <a:schemeClr val="bg1"/>
              </a:solidFill>
            </a:endParaRPr>
          </a:p>
          <a:p>
            <a:pPr algn="ctr" defTabSz="914189">
              <a:lnSpc>
                <a:spcPct val="106000"/>
              </a:lnSpc>
              <a:spcBef>
                <a:spcPct val="30000"/>
              </a:spcBef>
              <a:buClr>
                <a:schemeClr val="tx1"/>
              </a:buClr>
            </a:pPr>
            <a:r>
              <a:rPr lang="en-US" sz="1100" dirty="0" smtClean="0">
                <a:solidFill>
                  <a:schemeClr val="bg1"/>
                </a:solidFill>
              </a:rPr>
              <a:t>Complete Training</a:t>
            </a:r>
            <a:endParaRPr lang="en-US" sz="1100" dirty="0">
              <a:solidFill>
                <a:schemeClr val="bg1"/>
              </a:solidFill>
            </a:endParaRPr>
          </a:p>
        </p:txBody>
      </p:sp>
      <p:sp>
        <p:nvSpPr>
          <p:cNvPr id="38" name="AutoShape 23"/>
          <p:cNvSpPr>
            <a:spLocks noChangeArrowheads="1"/>
          </p:cNvSpPr>
          <p:nvPr/>
        </p:nvSpPr>
        <p:spPr bwMode="gray">
          <a:xfrm>
            <a:off x="5638515" y="6637048"/>
            <a:ext cx="1334800" cy="641828"/>
          </a:xfrm>
          <a:prstGeom prst="chevron">
            <a:avLst>
              <a:gd name="adj" fmla="val 32648"/>
            </a:avLst>
          </a:prstGeom>
          <a:solidFill>
            <a:schemeClr val="accent2"/>
          </a:solidFill>
          <a:ln w="28575" algn="ctr">
            <a:noFill/>
            <a:miter lim="800000"/>
            <a:headEnd/>
            <a:tailEnd/>
          </a:ln>
        </p:spPr>
        <p:txBody>
          <a:bodyPr lIns="80187" tIns="101836" rIns="80187" bIns="80187" anchor="ctr" anchorCtr="1"/>
          <a:lstStyle/>
          <a:p>
            <a:pPr algn="ctr" defTabSz="914189">
              <a:lnSpc>
                <a:spcPct val="106000"/>
              </a:lnSpc>
              <a:spcBef>
                <a:spcPct val="30000"/>
              </a:spcBef>
              <a:buClr>
                <a:schemeClr val="tx1"/>
              </a:buClr>
            </a:pPr>
            <a:r>
              <a:rPr lang="en-US" sz="1100" dirty="0" smtClean="0">
                <a:solidFill>
                  <a:schemeClr val="bg1"/>
                </a:solidFill>
              </a:rPr>
              <a:t>Step </a:t>
            </a:r>
            <a:r>
              <a:rPr lang="en-US" sz="1100" dirty="0" smtClean="0">
                <a:solidFill>
                  <a:schemeClr val="bg1"/>
                </a:solidFill>
              </a:rPr>
              <a:t>0.3</a:t>
            </a:r>
            <a:endParaRPr lang="en-US" sz="1100" dirty="0">
              <a:solidFill>
                <a:schemeClr val="bg1"/>
              </a:solidFill>
            </a:endParaRPr>
          </a:p>
          <a:p>
            <a:pPr algn="ctr" defTabSz="914189">
              <a:lnSpc>
                <a:spcPct val="106000"/>
              </a:lnSpc>
              <a:spcBef>
                <a:spcPct val="30000"/>
              </a:spcBef>
              <a:buClr>
                <a:schemeClr val="tx1"/>
              </a:buClr>
            </a:pPr>
            <a:r>
              <a:rPr lang="en-US" sz="1100" dirty="0" smtClean="0">
                <a:solidFill>
                  <a:schemeClr val="bg1"/>
                </a:solidFill>
              </a:rPr>
              <a:t>Request Coach</a:t>
            </a:r>
            <a:endParaRPr lang="en-US" sz="1100" dirty="0">
              <a:solidFill>
                <a:schemeClr val="bg1"/>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191068" y="940303"/>
            <a:ext cx="9796991" cy="742272"/>
            <a:chOff x="68510" y="1560285"/>
            <a:chExt cx="9050776" cy="742272"/>
          </a:xfrm>
        </p:grpSpPr>
        <p:sp>
          <p:nvSpPr>
            <p:cNvPr id="11" name="AutoShape 23"/>
            <p:cNvSpPr>
              <a:spLocks noChangeArrowheads="1"/>
            </p:cNvSpPr>
            <p:nvPr/>
          </p:nvSpPr>
          <p:spPr bwMode="gray">
            <a:xfrm>
              <a:off x="950390" y="1561003"/>
              <a:ext cx="1068533" cy="740837"/>
            </a:xfrm>
            <a:prstGeom prst="chevron">
              <a:avLst>
                <a:gd name="adj" fmla="val 32648"/>
              </a:avLst>
            </a:prstGeom>
            <a:solidFill>
              <a:srgbClr val="92D400"/>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b="1" dirty="0">
                  <a:solidFill>
                    <a:schemeClr val="bg1"/>
                  </a:solidFill>
                  <a:cs typeface="Arial" charset="0"/>
                </a:rPr>
                <a:t>1</a:t>
              </a:r>
            </a:p>
            <a:p>
              <a:pPr algn="ctr" defTabSz="820474" fontAlgn="base">
                <a:lnSpc>
                  <a:spcPct val="106000"/>
                </a:lnSpc>
                <a:spcBef>
                  <a:spcPct val="30000"/>
                </a:spcBef>
                <a:spcAft>
                  <a:spcPct val="0"/>
                </a:spcAft>
                <a:buClr>
                  <a:srgbClr val="000000"/>
                </a:buClr>
                <a:defRPr/>
              </a:pPr>
              <a:r>
                <a:rPr lang="en-US" sz="800" b="1" dirty="0">
                  <a:solidFill>
                    <a:schemeClr val="bg1"/>
                  </a:solidFill>
                  <a:cs typeface="Arial" charset="0"/>
                </a:rPr>
                <a:t>Set Up</a:t>
              </a:r>
            </a:p>
            <a:p>
              <a:pPr algn="ctr" defTabSz="820474" fontAlgn="base">
                <a:lnSpc>
                  <a:spcPct val="106000"/>
                </a:lnSpc>
                <a:spcBef>
                  <a:spcPct val="30000"/>
                </a:spcBef>
                <a:spcAft>
                  <a:spcPct val="0"/>
                </a:spcAft>
                <a:buClr>
                  <a:srgbClr val="000000"/>
                </a:buClr>
                <a:defRPr/>
              </a:pPr>
              <a:r>
                <a:rPr lang="en-US" sz="800" b="1" dirty="0">
                  <a:solidFill>
                    <a:schemeClr val="bg1"/>
                  </a:solidFill>
                  <a:cs typeface="Arial" charset="0"/>
                </a:rPr>
                <a:t>Project</a:t>
              </a:r>
            </a:p>
          </p:txBody>
        </p:sp>
        <p:sp>
          <p:nvSpPr>
            <p:cNvPr id="12" name="AutoShape 25"/>
            <p:cNvSpPr>
              <a:spLocks noChangeArrowheads="1"/>
            </p:cNvSpPr>
            <p:nvPr/>
          </p:nvSpPr>
          <p:spPr bwMode="gray">
            <a:xfrm>
              <a:off x="3694200" y="1560644"/>
              <a:ext cx="1059725" cy="741554"/>
            </a:xfrm>
            <a:prstGeom prst="chevron">
              <a:avLst>
                <a:gd name="adj" fmla="val 32379"/>
              </a:avLst>
            </a:prstGeom>
            <a:solidFill>
              <a:schemeClr val="accent1"/>
            </a:solidFill>
            <a:ln w="28575" algn="ctr">
              <a:noFill/>
              <a:miter lim="800000"/>
              <a:headEnd/>
              <a:tailEnd/>
            </a:ln>
          </p:spPr>
          <p:txBody>
            <a:bodyPr lIns="41014" tIns="91396" rIns="41014"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4</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Record Product Scope</a:t>
              </a:r>
            </a:p>
          </p:txBody>
        </p:sp>
        <p:sp>
          <p:nvSpPr>
            <p:cNvPr id="13" name="AutoShape 26"/>
            <p:cNvSpPr>
              <a:spLocks noChangeArrowheads="1"/>
            </p:cNvSpPr>
            <p:nvPr/>
          </p:nvSpPr>
          <p:spPr bwMode="gray">
            <a:xfrm>
              <a:off x="4567272"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5</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Define Project </a:t>
              </a:r>
              <a:r>
                <a:rPr lang="en-US" sz="800" dirty="0" smtClean="0">
                  <a:solidFill>
                    <a:schemeClr val="bg1"/>
                  </a:solidFill>
                  <a:cs typeface="Arial" charset="0"/>
                </a:rPr>
                <a:t>Resources</a:t>
              </a:r>
              <a:endParaRPr lang="en-US" sz="800" dirty="0">
                <a:solidFill>
                  <a:schemeClr val="bg1"/>
                </a:solidFill>
                <a:cs typeface="Arial" charset="0"/>
              </a:endParaRPr>
            </a:p>
          </p:txBody>
        </p:sp>
        <p:sp>
          <p:nvSpPr>
            <p:cNvPr id="14" name="AutoShape 27"/>
            <p:cNvSpPr>
              <a:spLocks noChangeArrowheads="1"/>
            </p:cNvSpPr>
            <p:nvPr/>
          </p:nvSpPr>
          <p:spPr bwMode="gray">
            <a:xfrm>
              <a:off x="5440344"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6</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Review </a:t>
              </a:r>
              <a:r>
                <a:rPr lang="en-US" sz="800" dirty="0" smtClean="0">
                  <a:solidFill>
                    <a:schemeClr val="bg1"/>
                  </a:solidFill>
                  <a:cs typeface="Arial" charset="0"/>
                </a:rPr>
                <a:t>Effort and Costs</a:t>
              </a:r>
              <a:endParaRPr lang="en-US" sz="800" dirty="0">
                <a:solidFill>
                  <a:schemeClr val="bg1"/>
                </a:solidFill>
                <a:cs typeface="Arial" charset="0"/>
              </a:endParaRPr>
            </a:p>
          </p:txBody>
        </p:sp>
        <p:sp>
          <p:nvSpPr>
            <p:cNvPr id="15" name="AutoShape 28"/>
            <p:cNvSpPr>
              <a:spLocks noChangeArrowheads="1"/>
            </p:cNvSpPr>
            <p:nvPr/>
          </p:nvSpPr>
          <p:spPr bwMode="gray">
            <a:xfrm>
              <a:off x="6313416"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7</a:t>
              </a: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Complete Staffing Model</a:t>
              </a:r>
              <a:endParaRPr lang="en-US" sz="800" dirty="0">
                <a:solidFill>
                  <a:schemeClr val="bg1"/>
                </a:solidFill>
                <a:cs typeface="Arial" charset="0"/>
              </a:endParaRPr>
            </a:p>
          </p:txBody>
        </p:sp>
        <p:sp>
          <p:nvSpPr>
            <p:cNvPr id="16" name="AutoShape 27"/>
            <p:cNvSpPr>
              <a:spLocks noChangeArrowheads="1"/>
            </p:cNvSpPr>
            <p:nvPr/>
          </p:nvSpPr>
          <p:spPr bwMode="gray">
            <a:xfrm>
              <a:off x="7186488"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8</a:t>
              </a: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Complete Pricing Model </a:t>
              </a:r>
              <a:endParaRPr lang="en-US" sz="800" dirty="0">
                <a:solidFill>
                  <a:schemeClr val="bg1"/>
                </a:solidFill>
                <a:cs typeface="Arial" charset="0"/>
              </a:endParaRPr>
            </a:p>
          </p:txBody>
        </p:sp>
        <p:sp>
          <p:nvSpPr>
            <p:cNvPr id="17" name="AutoShape 24"/>
            <p:cNvSpPr>
              <a:spLocks noChangeArrowheads="1"/>
            </p:cNvSpPr>
            <p:nvPr/>
          </p:nvSpPr>
          <p:spPr bwMode="gray">
            <a:xfrm>
              <a:off x="1832270" y="1560285"/>
              <a:ext cx="1117618" cy="742272"/>
            </a:xfrm>
            <a:prstGeom prst="chevron">
              <a:avLst>
                <a:gd name="adj" fmla="val 32338"/>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2</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Record Method Scope</a:t>
              </a:r>
            </a:p>
          </p:txBody>
        </p:sp>
        <p:sp>
          <p:nvSpPr>
            <p:cNvPr id="18" name="AutoShape 24"/>
            <p:cNvSpPr>
              <a:spLocks noChangeArrowheads="1"/>
            </p:cNvSpPr>
            <p:nvPr/>
          </p:nvSpPr>
          <p:spPr bwMode="gray">
            <a:xfrm>
              <a:off x="2763235" y="1560285"/>
              <a:ext cx="1117618" cy="742272"/>
            </a:xfrm>
            <a:prstGeom prst="chevron">
              <a:avLst>
                <a:gd name="adj" fmla="val 32338"/>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3</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Define </a:t>
              </a:r>
              <a:r>
                <a:rPr lang="en-US" sz="800" dirty="0" smtClean="0">
                  <a:solidFill>
                    <a:schemeClr val="bg1"/>
                  </a:solidFill>
                  <a:cs typeface="Arial" charset="0"/>
                </a:rPr>
                <a:t>Schedule</a:t>
              </a:r>
              <a:r>
                <a:rPr lang="en-US" sz="800" dirty="0">
                  <a:solidFill>
                    <a:schemeClr val="bg1"/>
                  </a:solidFill>
                  <a:cs typeface="Arial" charset="0"/>
                </a:rPr>
                <a:t/>
              </a:r>
              <a:br>
                <a:rPr lang="en-US" sz="800" dirty="0">
                  <a:solidFill>
                    <a:schemeClr val="bg1"/>
                  </a:solidFill>
                  <a:cs typeface="Arial" charset="0"/>
                </a:rPr>
              </a:br>
              <a:endParaRPr lang="en-US" sz="800" dirty="0" smtClean="0">
                <a:solidFill>
                  <a:schemeClr val="bg1"/>
                </a:solidFill>
                <a:cs typeface="Arial" charset="0"/>
              </a:endParaRPr>
            </a:p>
          </p:txBody>
        </p:sp>
        <p:sp>
          <p:nvSpPr>
            <p:cNvPr id="19" name="AutoShape 27"/>
            <p:cNvSpPr>
              <a:spLocks noChangeArrowheads="1"/>
            </p:cNvSpPr>
            <p:nvPr/>
          </p:nvSpPr>
          <p:spPr bwMode="gray">
            <a:xfrm>
              <a:off x="8059561"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9</a:t>
              </a:r>
              <a:endParaRPr lang="en-US" sz="800" dirty="0">
                <a:solidFill>
                  <a:schemeClr val="bg1"/>
                </a:solidFill>
                <a:cs typeface="Arial" charset="0"/>
              </a:endParaRP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Generate Summary / Work Plan</a:t>
              </a:r>
              <a:endParaRPr lang="en-US" sz="800" dirty="0">
                <a:solidFill>
                  <a:schemeClr val="bg1"/>
                </a:solidFill>
                <a:cs typeface="Arial" charset="0"/>
              </a:endParaRPr>
            </a:p>
          </p:txBody>
        </p:sp>
        <p:sp>
          <p:nvSpPr>
            <p:cNvPr id="20" name="AutoShape 23"/>
            <p:cNvSpPr>
              <a:spLocks noChangeArrowheads="1"/>
            </p:cNvSpPr>
            <p:nvPr/>
          </p:nvSpPr>
          <p:spPr bwMode="gray">
            <a:xfrm>
              <a:off x="68510" y="1561003"/>
              <a:ext cx="1068533" cy="740837"/>
            </a:xfrm>
            <a:prstGeom prst="chevron">
              <a:avLst>
                <a:gd name="adj" fmla="val 32648"/>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0</a:t>
              </a:r>
              <a:endParaRPr lang="en-US" sz="800" dirty="0">
                <a:solidFill>
                  <a:schemeClr val="bg1"/>
                </a:solidFill>
                <a:cs typeface="Arial" charset="0"/>
              </a:endParaRP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PE&amp;PS Prep</a:t>
              </a:r>
              <a:endParaRPr lang="en-US" sz="800" dirty="0">
                <a:solidFill>
                  <a:schemeClr val="bg1"/>
                </a:solidFill>
                <a:cs typeface="Arial" charset="0"/>
              </a:endParaRPr>
            </a:p>
          </p:txBody>
        </p:sp>
      </p:grpSp>
      <p:sp>
        <p:nvSpPr>
          <p:cNvPr id="5" name="Slide Number Placeholder 4"/>
          <p:cNvSpPr>
            <a:spLocks noGrp="1"/>
          </p:cNvSpPr>
          <p:nvPr>
            <p:ph type="sldNum" sz="quarter" idx="10"/>
          </p:nvPr>
        </p:nvSpPr>
        <p:spPr/>
        <p:txBody>
          <a:bodyPr/>
          <a:lstStyle/>
          <a:p>
            <a:pPr>
              <a:defRPr/>
            </a:pPr>
            <a:fld id="{E7F8F02A-A47B-4811-9890-B5988FAA4055}" type="slidenum">
              <a:rPr lang="en-US" smtClean="0"/>
              <a:pPr>
                <a:defRPr/>
              </a:pPr>
              <a:t>11</a:t>
            </a:fld>
            <a:endParaRPr lang="en-US" dirty="0"/>
          </a:p>
        </p:txBody>
      </p:sp>
      <p:graphicFrame>
        <p:nvGraphicFramePr>
          <p:cNvPr id="22" name="Group 28"/>
          <p:cNvGraphicFramePr>
            <a:graphicFrameLocks noGrp="1"/>
          </p:cNvGraphicFramePr>
          <p:nvPr>
            <p:extLst>
              <p:ext uri="{D42A27DB-BD31-4B8C-83A1-F6EECF244321}">
                <p14:modId xmlns:p14="http://schemas.microsoft.com/office/powerpoint/2010/main" val="1962877506"/>
              </p:ext>
            </p:extLst>
          </p:nvPr>
        </p:nvGraphicFramePr>
        <p:xfrm>
          <a:off x="640655" y="2489987"/>
          <a:ext cx="8884152" cy="4051976"/>
        </p:xfrm>
        <a:graphic>
          <a:graphicData uri="http://schemas.openxmlformats.org/drawingml/2006/table">
            <a:tbl>
              <a:tblPr/>
              <a:tblGrid>
                <a:gridCol w="2317036"/>
                <a:gridCol w="6567116"/>
              </a:tblGrid>
              <a:tr h="498869">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pPr>
                      <a:r>
                        <a:rPr kumimoji="0" lang="en-US" sz="1200" b="1" i="0" u="none" strike="noStrike" cap="none" normalizeH="0" baseline="0" dirty="0" smtClean="0">
                          <a:ln>
                            <a:noFill/>
                          </a:ln>
                          <a:solidFill>
                            <a:schemeClr val="accent1"/>
                          </a:solidFill>
                          <a:effectLst/>
                          <a:latin typeface="Arial" charset="0"/>
                          <a:cs typeface="Arial" charset="0"/>
                        </a:rPr>
                        <a:t>Description</a:t>
                      </a:r>
                    </a:p>
                  </a:txBody>
                  <a:tcPr marL="80237" marR="80237" marT="40118" marB="120355"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400"/>
                        </a:lnSpc>
                        <a:spcBef>
                          <a:spcPct val="50000"/>
                        </a:spcBef>
                        <a:spcAft>
                          <a:spcPct val="0"/>
                        </a:spcAft>
                        <a:buClr>
                          <a:schemeClr val="tx2"/>
                        </a:buClr>
                        <a:buSzTx/>
                        <a:buFont typeface="Arial" pitchFamily="34" charset="0"/>
                        <a:buChar char="•"/>
                        <a:tabLst>
                          <a:tab pos="7702550" algn="l"/>
                        </a:tabLst>
                      </a:pPr>
                      <a:r>
                        <a:rPr lang="en-US" sz="1200" dirty="0" smtClean="0">
                          <a:solidFill>
                            <a:schemeClr val="tx2"/>
                          </a:solidFill>
                          <a:latin typeface="Arial" charset="0"/>
                          <a:cs typeface="Arial" charset="0"/>
                        </a:rPr>
                        <a:t>During Project Setup, the estimator needs to determine the project approach and decide which </a:t>
                      </a:r>
                      <a:r>
                        <a:rPr lang="en-US" sz="1200" dirty="0" smtClean="0">
                          <a:solidFill>
                            <a:schemeClr val="tx2"/>
                          </a:solidFill>
                        </a:rPr>
                        <a:t>M</a:t>
                      </a:r>
                      <a:r>
                        <a:rPr lang="en-US" sz="1200" dirty="0" smtClean="0">
                          <a:solidFill>
                            <a:schemeClr val="tx2"/>
                          </a:solidFill>
                          <a:latin typeface="Arial" charset="0"/>
                          <a:cs typeface="Arial" charset="0"/>
                        </a:rPr>
                        <a:t>ethodology and IndustryPrint to use,  before proceeding to set up the project in PE&amp;PS.</a:t>
                      </a:r>
                      <a:r>
                        <a:rPr lang="en-US" sz="1200" baseline="0" dirty="0" smtClean="0">
                          <a:solidFill>
                            <a:schemeClr val="tx2"/>
                          </a:solidFill>
                          <a:latin typeface="Arial" charset="0"/>
                          <a:cs typeface="Arial" charset="0"/>
                        </a:rPr>
                        <a:t> If the client does not exist already, it needs to be created. The estimator also needs to give access to other team members working on the estimate.</a:t>
                      </a:r>
                      <a:endParaRPr lang="en-US" sz="1200" kern="1200" baseline="0" dirty="0" smtClean="0">
                        <a:solidFill>
                          <a:schemeClr val="tx2"/>
                        </a:solidFill>
                        <a:latin typeface="+mn-lt"/>
                        <a:ea typeface="+mn-ea"/>
                        <a:cs typeface="+mn-cs"/>
                      </a:endParaRPr>
                    </a:p>
                  </a:txBody>
                  <a:tcPr marL="80237" marR="80237" marT="40118" marB="120355"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r h="1264927">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pPr>
                      <a:r>
                        <a:rPr kumimoji="0" lang="en-US" sz="1200" b="1" i="0" u="none" strike="noStrike" cap="none" normalizeH="0" baseline="0" dirty="0" smtClean="0">
                          <a:ln>
                            <a:noFill/>
                          </a:ln>
                          <a:solidFill>
                            <a:schemeClr val="accent1"/>
                          </a:solidFill>
                          <a:effectLst/>
                          <a:latin typeface="Arial" charset="0"/>
                          <a:cs typeface="Arial" charset="0"/>
                        </a:rPr>
                        <a:t>Prerequisite Information</a:t>
                      </a:r>
                    </a:p>
                  </a:txBody>
                  <a:tcPr marL="80237" marR="80237" marT="40118" marB="120355"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000"/>
                        </a:lnSpc>
                        <a:spcBef>
                          <a:spcPct val="50000"/>
                        </a:spcBef>
                        <a:spcAft>
                          <a:spcPct val="0"/>
                        </a:spcAft>
                        <a:buClr>
                          <a:schemeClr val="tx2"/>
                        </a:buClr>
                        <a:buSzTx/>
                        <a:buFont typeface="Times" charset="0"/>
                        <a:buChar char="•"/>
                        <a:tabLst>
                          <a:tab pos="7702550" algn="l"/>
                        </a:tabLst>
                      </a:pPr>
                      <a:r>
                        <a:rPr lang="en-US" sz="1200" kern="1200" dirty="0" smtClean="0">
                          <a:solidFill>
                            <a:schemeClr val="tx2"/>
                          </a:solidFill>
                          <a:latin typeface="+mn-lt"/>
                          <a:ea typeface="+mn-ea"/>
                          <a:cs typeface="+mn-cs"/>
                        </a:rPr>
                        <a:t>Client</a:t>
                      </a:r>
                      <a:r>
                        <a:rPr lang="en-US" sz="1200" kern="1200" baseline="0" dirty="0" smtClean="0">
                          <a:solidFill>
                            <a:schemeClr val="tx2"/>
                          </a:solidFill>
                          <a:latin typeface="+mn-lt"/>
                          <a:ea typeface="+mn-ea"/>
                          <a:cs typeface="+mn-cs"/>
                        </a:rPr>
                        <a:t> name and Project name</a:t>
                      </a:r>
                      <a:endParaRPr lang="en-US" sz="1200" kern="1200" dirty="0" smtClean="0">
                        <a:solidFill>
                          <a:schemeClr val="tx2"/>
                        </a:solidFill>
                        <a:latin typeface="+mn-lt"/>
                        <a:ea typeface="+mn-ea"/>
                        <a:cs typeface="+mn-cs"/>
                      </a:endParaRPr>
                    </a:p>
                    <a:p>
                      <a:pPr marL="195263" marR="0" lvl="0" indent="-195263" algn="l" defTabSz="1019175" rtl="0" eaLnBrk="1" fontAlgn="base" latinLnBrk="0" hangingPunct="1">
                        <a:lnSpc>
                          <a:spcPts val="1000"/>
                        </a:lnSpc>
                        <a:spcBef>
                          <a:spcPct val="50000"/>
                        </a:spcBef>
                        <a:spcAft>
                          <a:spcPct val="0"/>
                        </a:spcAft>
                        <a:buClr>
                          <a:schemeClr val="tx2"/>
                        </a:buClr>
                        <a:buSzTx/>
                        <a:buFont typeface="Times" charset="0"/>
                        <a:buChar char="•"/>
                        <a:tabLst>
                          <a:tab pos="7702550" algn="l"/>
                        </a:tabLst>
                      </a:pPr>
                      <a:r>
                        <a:rPr lang="en-US" sz="1200" kern="1200" dirty="0" smtClean="0">
                          <a:solidFill>
                            <a:schemeClr val="tx2"/>
                          </a:solidFill>
                          <a:latin typeface="+mn-lt"/>
                          <a:ea typeface="+mn-ea"/>
                          <a:cs typeface="+mn-cs"/>
                        </a:rPr>
                        <a:t>Release Strategy (How</a:t>
                      </a:r>
                      <a:r>
                        <a:rPr lang="en-US" sz="1200" kern="1200" baseline="0" dirty="0" smtClean="0">
                          <a:solidFill>
                            <a:schemeClr val="tx2"/>
                          </a:solidFill>
                          <a:latin typeface="+mn-lt"/>
                          <a:ea typeface="+mn-ea"/>
                          <a:cs typeface="+mn-cs"/>
                        </a:rPr>
                        <a:t> many releases will this project </a:t>
                      </a:r>
                      <a:r>
                        <a:rPr lang="en-US" sz="1200" kern="1200" baseline="0" dirty="0" smtClean="0">
                          <a:solidFill>
                            <a:schemeClr val="tx2"/>
                          </a:solidFill>
                          <a:latin typeface="+mn-lt"/>
                          <a:ea typeface="+mn-ea"/>
                          <a:cs typeface="+mn-cs"/>
                        </a:rPr>
                        <a:t>have?)</a:t>
                      </a:r>
                      <a:endParaRPr lang="en-US" sz="1200" kern="1200" dirty="0" smtClean="0">
                        <a:solidFill>
                          <a:schemeClr val="tx2"/>
                        </a:solidFill>
                        <a:latin typeface="+mn-lt"/>
                        <a:ea typeface="+mn-ea"/>
                        <a:cs typeface="+mn-cs"/>
                      </a:endParaRPr>
                    </a:p>
                    <a:p>
                      <a:pPr marL="195263" marR="0" lvl="0" indent="-195263" algn="l" defTabSz="1019175" rtl="0" eaLnBrk="1" fontAlgn="base" latinLnBrk="0" hangingPunct="1">
                        <a:lnSpc>
                          <a:spcPts val="1000"/>
                        </a:lnSpc>
                        <a:spcBef>
                          <a:spcPct val="50000"/>
                        </a:spcBef>
                        <a:spcAft>
                          <a:spcPct val="0"/>
                        </a:spcAft>
                        <a:buClr>
                          <a:schemeClr val="tx2"/>
                        </a:buClr>
                        <a:buSzTx/>
                        <a:buFont typeface="Times" charset="0"/>
                        <a:buChar char="•"/>
                        <a:tabLst>
                          <a:tab pos="7702550" algn="l"/>
                        </a:tabLst>
                      </a:pPr>
                      <a:r>
                        <a:rPr lang="en-US" sz="1200" kern="1200" dirty="0" smtClean="0">
                          <a:solidFill>
                            <a:schemeClr val="tx2"/>
                          </a:solidFill>
                          <a:latin typeface="+mn-lt"/>
                          <a:ea typeface="+mn-ea"/>
                          <a:cs typeface="+mn-cs"/>
                        </a:rPr>
                        <a:t>Method to be used</a:t>
                      </a:r>
                    </a:p>
                    <a:p>
                      <a:pPr marL="195263" marR="0" lvl="0" indent="-195263" algn="l" defTabSz="1019175" rtl="0" eaLnBrk="1" fontAlgn="base" latinLnBrk="0" hangingPunct="1">
                        <a:lnSpc>
                          <a:spcPts val="1000"/>
                        </a:lnSpc>
                        <a:spcBef>
                          <a:spcPct val="50000"/>
                        </a:spcBef>
                        <a:spcAft>
                          <a:spcPct val="0"/>
                        </a:spcAft>
                        <a:buClr>
                          <a:schemeClr val="tx2"/>
                        </a:buClr>
                        <a:buSzTx/>
                        <a:buFont typeface="Times" charset="0"/>
                        <a:buChar char="•"/>
                        <a:tabLst>
                          <a:tab pos="7702550" algn="l"/>
                        </a:tabLst>
                      </a:pPr>
                      <a:r>
                        <a:rPr lang="en-US" sz="1200" kern="1200" dirty="0" smtClean="0">
                          <a:solidFill>
                            <a:schemeClr val="tx2"/>
                          </a:solidFill>
                          <a:latin typeface="+mn-lt"/>
                          <a:ea typeface="+mn-ea"/>
                          <a:cs typeface="+mn-cs"/>
                        </a:rPr>
                        <a:t>IndustryPrint  to be used</a:t>
                      </a:r>
                    </a:p>
                    <a:p>
                      <a:pPr marL="195263" marR="0" lvl="0" indent="-195263" algn="l" defTabSz="1019175" rtl="0" eaLnBrk="1" fontAlgn="base" latinLnBrk="0" hangingPunct="1">
                        <a:lnSpc>
                          <a:spcPts val="1000"/>
                        </a:lnSpc>
                        <a:spcBef>
                          <a:spcPct val="50000"/>
                        </a:spcBef>
                        <a:spcAft>
                          <a:spcPct val="0"/>
                        </a:spcAft>
                        <a:buClr>
                          <a:schemeClr val="tx2"/>
                        </a:buClr>
                        <a:buSzTx/>
                        <a:buFont typeface="Times" charset="0"/>
                        <a:buChar char="•"/>
                        <a:tabLst>
                          <a:tab pos="7702550" algn="l"/>
                        </a:tabLst>
                      </a:pPr>
                      <a:r>
                        <a:rPr lang="en-US" sz="1200" kern="1200" dirty="0" smtClean="0">
                          <a:solidFill>
                            <a:schemeClr val="tx2"/>
                          </a:solidFill>
                          <a:latin typeface="+mn-lt"/>
                          <a:ea typeface="+mn-ea"/>
                          <a:cs typeface="+mn-cs"/>
                        </a:rPr>
                        <a:t>Product</a:t>
                      </a:r>
                      <a:r>
                        <a:rPr lang="en-US" sz="1200" kern="1200" baseline="0" dirty="0" smtClean="0">
                          <a:solidFill>
                            <a:schemeClr val="tx2"/>
                          </a:solidFill>
                          <a:latin typeface="+mn-lt"/>
                          <a:ea typeface="+mn-ea"/>
                          <a:cs typeface="+mn-cs"/>
                        </a:rPr>
                        <a:t> Package to be used</a:t>
                      </a:r>
                    </a:p>
                    <a:p>
                      <a:pPr marL="195263" marR="0" lvl="0" indent="-195263" algn="l" defTabSz="1019175" rtl="0" eaLnBrk="1" fontAlgn="base" latinLnBrk="0" hangingPunct="1">
                        <a:lnSpc>
                          <a:spcPts val="1000"/>
                        </a:lnSpc>
                        <a:spcBef>
                          <a:spcPct val="50000"/>
                        </a:spcBef>
                        <a:spcAft>
                          <a:spcPct val="0"/>
                        </a:spcAft>
                        <a:buClr>
                          <a:schemeClr val="tx2"/>
                        </a:buClr>
                        <a:buSzTx/>
                        <a:buFont typeface="Times" charset="0"/>
                        <a:buChar char="•"/>
                        <a:tabLst>
                          <a:tab pos="7702550" algn="l"/>
                        </a:tabLst>
                      </a:pPr>
                      <a:r>
                        <a:rPr lang="en-US" sz="1200" kern="1200" baseline="0" dirty="0" smtClean="0">
                          <a:solidFill>
                            <a:schemeClr val="tx2"/>
                          </a:solidFill>
                          <a:latin typeface="+mn-lt"/>
                          <a:ea typeface="+mn-ea"/>
                          <a:cs typeface="+mn-cs"/>
                        </a:rPr>
                        <a:t>Basic Project Information such as  start date, </a:t>
                      </a:r>
                      <a:r>
                        <a:rPr lang="en-US" sz="1200" kern="1200" baseline="0" dirty="0" smtClean="0">
                          <a:solidFill>
                            <a:schemeClr val="tx2"/>
                          </a:solidFill>
                          <a:latin typeface="+mn-lt"/>
                          <a:ea typeface="+mn-ea"/>
                          <a:cs typeface="+mn-cs"/>
                        </a:rPr>
                        <a:t>PPD and </a:t>
                      </a:r>
                      <a:r>
                        <a:rPr lang="en-US" sz="1200" kern="1200" baseline="0" dirty="0" smtClean="0">
                          <a:solidFill>
                            <a:schemeClr val="tx2"/>
                          </a:solidFill>
                          <a:latin typeface="+mn-lt"/>
                          <a:ea typeface="+mn-ea"/>
                          <a:cs typeface="+mn-cs"/>
                        </a:rPr>
                        <a:t>project manager</a:t>
                      </a:r>
                    </a:p>
                    <a:p>
                      <a:pPr marL="195263" marR="0" lvl="0" indent="-195263" algn="l" defTabSz="1019175" rtl="0" eaLnBrk="1" fontAlgn="base" latinLnBrk="0" hangingPunct="1">
                        <a:lnSpc>
                          <a:spcPts val="1000"/>
                        </a:lnSpc>
                        <a:spcBef>
                          <a:spcPct val="50000"/>
                        </a:spcBef>
                        <a:spcAft>
                          <a:spcPct val="0"/>
                        </a:spcAft>
                        <a:buClr>
                          <a:schemeClr val="tx2"/>
                        </a:buClr>
                        <a:buSzTx/>
                        <a:buFont typeface="Times" charset="0"/>
                        <a:buChar char="•"/>
                        <a:tabLst>
                          <a:tab pos="7702550" algn="l"/>
                        </a:tabLst>
                      </a:pPr>
                      <a:r>
                        <a:rPr lang="en-US" sz="1200" kern="1200" dirty="0" smtClean="0">
                          <a:solidFill>
                            <a:schemeClr val="tx2"/>
                          </a:solidFill>
                          <a:latin typeface="+mn-lt"/>
                          <a:ea typeface="+mn-ea"/>
                          <a:cs typeface="+mn-cs"/>
                        </a:rPr>
                        <a:t>Users</a:t>
                      </a:r>
                      <a:r>
                        <a:rPr lang="en-US" sz="1200" kern="1200" baseline="0" dirty="0" smtClean="0">
                          <a:solidFill>
                            <a:schemeClr val="tx2"/>
                          </a:solidFill>
                          <a:latin typeface="+mn-lt"/>
                          <a:ea typeface="+mn-ea"/>
                          <a:cs typeface="+mn-cs"/>
                        </a:rPr>
                        <a:t> you </a:t>
                      </a:r>
                      <a:r>
                        <a:rPr lang="en-US" sz="1200" kern="1200" baseline="0" dirty="0" smtClean="0">
                          <a:solidFill>
                            <a:schemeClr val="tx2"/>
                          </a:solidFill>
                          <a:latin typeface="+mn-lt"/>
                          <a:ea typeface="+mn-ea"/>
                          <a:cs typeface="+mn-cs"/>
                        </a:rPr>
                        <a:t>requiring access</a:t>
                      </a:r>
                      <a:endParaRPr lang="en-US" sz="1200" kern="1200" dirty="0">
                        <a:solidFill>
                          <a:schemeClr val="tx2"/>
                        </a:solidFill>
                        <a:latin typeface="+mn-lt"/>
                        <a:ea typeface="+mn-ea"/>
                        <a:cs typeface="+mn-cs"/>
                      </a:endParaRPr>
                    </a:p>
                  </a:txBody>
                  <a:tcPr marL="80237" marR="80237" marT="40118" marB="120355"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r h="605287">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defRPr/>
                      </a:pPr>
                      <a:r>
                        <a:rPr kumimoji="0" lang="en-US" sz="1200" b="1" i="0" u="none" strike="noStrike" cap="none" normalizeH="0" baseline="0" dirty="0" smtClean="0">
                          <a:ln>
                            <a:noFill/>
                          </a:ln>
                          <a:solidFill>
                            <a:schemeClr val="accent1"/>
                          </a:solidFill>
                          <a:effectLst/>
                          <a:latin typeface="+mj-lt"/>
                          <a:cs typeface="Arial" charset="0"/>
                        </a:rPr>
                        <a:t>Other Resources</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0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n-lt"/>
                          <a:ea typeface="+mn-ea"/>
                          <a:cs typeface="+mn-cs"/>
                        </a:rPr>
                        <a:t>Demo</a:t>
                      </a:r>
                      <a:r>
                        <a:rPr lang="en-US" sz="1200" kern="1200" baseline="0" dirty="0" smtClean="0">
                          <a:solidFill>
                            <a:schemeClr val="tx2"/>
                          </a:solidFill>
                          <a:latin typeface="+mn-lt"/>
                          <a:ea typeface="+mn-ea"/>
                          <a:cs typeface="+mn-cs"/>
                        </a:rPr>
                        <a:t>: Setup a project</a:t>
                      </a:r>
                    </a:p>
                    <a:p>
                      <a:pPr marL="195263" marR="0" lvl="0" indent="-195263" algn="l" defTabSz="1019175" rtl="0" eaLnBrk="1" fontAlgn="base" latinLnBrk="0" hangingPunct="1">
                        <a:lnSpc>
                          <a:spcPts val="10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n-lt"/>
                          <a:ea typeface="+mn-ea"/>
                          <a:cs typeface="+mn-cs"/>
                        </a:rPr>
                        <a:t>Demo: Provide project access</a:t>
                      </a:r>
                    </a:p>
                    <a:p>
                      <a:pPr marL="195263" marR="0" lvl="0" indent="-195263" algn="l" defTabSz="1019175" rtl="0" eaLnBrk="1" fontAlgn="base" latinLnBrk="0" hangingPunct="1">
                        <a:lnSpc>
                          <a:spcPts val="10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n-lt"/>
                          <a:ea typeface="+mn-ea"/>
                          <a:cs typeface="+mn-cs"/>
                        </a:rPr>
                        <a:t>Demo: Create a new version</a:t>
                      </a:r>
                    </a:p>
                    <a:p>
                      <a:pPr marL="195263" marR="0" lvl="0" indent="-195263" algn="l" defTabSz="1019175" rtl="0" eaLnBrk="1" fontAlgn="base" latinLnBrk="0" hangingPunct="1">
                        <a:lnSpc>
                          <a:spcPts val="10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n-lt"/>
                          <a:ea typeface="+mn-ea"/>
                          <a:cs typeface="+mn-cs"/>
                        </a:rPr>
                        <a:t>Demo: Create a new client</a:t>
                      </a:r>
                    </a:p>
                    <a:p>
                      <a:pPr marL="195263" marR="0" lvl="0" indent="-195263" algn="l" defTabSz="1019175" rtl="0" eaLnBrk="1" fontAlgn="base" latinLnBrk="0" hangingPunct="1">
                        <a:lnSpc>
                          <a:spcPts val="10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n-lt"/>
                          <a:ea typeface="+mn-ea"/>
                          <a:cs typeface="+mn-cs"/>
                        </a:rPr>
                        <a:t>Demo: Home and version window navigation</a:t>
                      </a:r>
                    </a:p>
                    <a:p>
                      <a:pPr marL="195263" marR="0" lvl="0" indent="-195263" algn="l" defTabSz="1019175" rtl="0" eaLnBrk="1" fontAlgn="base" latinLnBrk="0" hangingPunct="1">
                        <a:lnSpc>
                          <a:spcPts val="10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n-lt"/>
                          <a:ea typeface="+mn-ea"/>
                          <a:cs typeface="+mn-cs"/>
                        </a:rPr>
                        <a:t>Demo: Lock / unlock a version</a:t>
                      </a:r>
                    </a:p>
                    <a:p>
                      <a:pPr marL="195263" marR="0" lvl="0" indent="-195263" algn="l" defTabSz="1019175" rtl="0" eaLnBrk="1" fontAlgn="base" latinLnBrk="0" hangingPunct="1">
                        <a:lnSpc>
                          <a:spcPts val="10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n-lt"/>
                          <a:ea typeface="+mn-ea"/>
                          <a:cs typeface="+mn-cs"/>
                        </a:rPr>
                        <a:t>Demo: Download / upload a version</a:t>
                      </a: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bl>
          </a:graphicData>
        </a:graphic>
      </p:graphicFrame>
      <p:sp>
        <p:nvSpPr>
          <p:cNvPr id="24" name="Rectangle 2"/>
          <p:cNvSpPr txBox="1">
            <a:spLocks noChangeArrowheads="1"/>
          </p:cNvSpPr>
          <p:nvPr/>
        </p:nvSpPr>
        <p:spPr bwMode="auto">
          <a:xfrm>
            <a:off x="367876" y="391994"/>
            <a:ext cx="9127343" cy="62983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defTabSz="1018685">
              <a:lnSpc>
                <a:spcPts val="3399"/>
              </a:lnSpc>
              <a:defRPr/>
            </a:pPr>
            <a:r>
              <a:rPr lang="en-US" sz="2600" b="1" dirty="0" smtClean="0">
                <a:solidFill>
                  <a:schemeClr val="tx2"/>
                </a:solidFill>
                <a:latin typeface="+mj-lt"/>
                <a:ea typeface="+mj-ea"/>
                <a:cs typeface="+mj-cs"/>
              </a:rPr>
              <a:t>Step 1: Set Up Project</a:t>
            </a:r>
          </a:p>
        </p:txBody>
      </p:sp>
      <p:sp>
        <p:nvSpPr>
          <p:cNvPr id="35" name="Round Single Corner Rectangle 34"/>
          <p:cNvSpPr/>
          <p:nvPr/>
        </p:nvSpPr>
        <p:spPr>
          <a:xfrm>
            <a:off x="653246" y="1916725"/>
            <a:ext cx="8831886" cy="430688"/>
          </a:xfrm>
          <a:prstGeom prst="round1Rect">
            <a:avLst>
              <a:gd name="adj" fmla="val 0"/>
            </a:avLst>
          </a:prstGeom>
          <a:solidFill>
            <a:schemeClr val="bg1"/>
          </a:solidFill>
          <a:ln w="28575" algn="ctr">
            <a:solidFill>
              <a:schemeClr val="accent2"/>
            </a:solidFill>
            <a:miter lim="800000"/>
            <a:headEnd/>
            <a:tailEnd/>
          </a:ln>
        </p:spPr>
        <p:txBody>
          <a:bodyPr lIns="80187" tIns="101836" rIns="80187" bIns="80187" anchor="t" anchorCtr="0"/>
          <a:lstStyle/>
          <a:p>
            <a:pPr defTabSz="914189">
              <a:lnSpc>
                <a:spcPct val="106000"/>
              </a:lnSpc>
              <a:spcBef>
                <a:spcPct val="30000"/>
              </a:spcBef>
              <a:buClr>
                <a:schemeClr val="tx1"/>
              </a:buClr>
            </a:pPr>
            <a:r>
              <a:rPr lang="en-US" sz="1200" dirty="0" smtClean="0">
                <a:solidFill>
                  <a:schemeClr val="tx2"/>
                </a:solidFill>
              </a:rPr>
              <a:t>Objective:  The purpose of this step is to establish a project in the PE&amp;PS tool so an estimate can be conducted</a:t>
            </a:r>
            <a:endParaRPr lang="en-US" sz="1200" dirty="0">
              <a:solidFill>
                <a:schemeClr val="tx2"/>
              </a:solidFill>
            </a:endParaRPr>
          </a:p>
        </p:txBody>
      </p:sp>
      <p:sp>
        <p:nvSpPr>
          <p:cNvPr id="36" name="AutoShape 23"/>
          <p:cNvSpPr>
            <a:spLocks noChangeArrowheads="1"/>
          </p:cNvSpPr>
          <p:nvPr/>
        </p:nvSpPr>
        <p:spPr bwMode="gray">
          <a:xfrm>
            <a:off x="3207224" y="6640349"/>
            <a:ext cx="1396872" cy="635227"/>
          </a:xfrm>
          <a:prstGeom prst="chevron">
            <a:avLst>
              <a:gd name="adj" fmla="val 32648"/>
            </a:avLst>
          </a:prstGeom>
          <a:solidFill>
            <a:schemeClr val="accent2"/>
          </a:solidFill>
          <a:ln w="28575" algn="ctr">
            <a:noFill/>
            <a:miter lim="800000"/>
            <a:headEnd/>
            <a:tailEnd/>
          </a:ln>
        </p:spPr>
        <p:txBody>
          <a:bodyPr lIns="80187" tIns="101836" rIns="80187" bIns="80187" anchor="ctr" anchorCtr="1"/>
          <a:lstStyle/>
          <a:p>
            <a:pPr algn="ctr" defTabSz="914189">
              <a:lnSpc>
                <a:spcPct val="106000"/>
              </a:lnSpc>
              <a:spcBef>
                <a:spcPct val="30000"/>
              </a:spcBef>
              <a:buClr>
                <a:schemeClr val="tx1"/>
              </a:buClr>
            </a:pPr>
            <a:r>
              <a:rPr lang="en-US" sz="1100" dirty="0" smtClean="0">
                <a:solidFill>
                  <a:schemeClr val="bg1"/>
                </a:solidFill>
              </a:rPr>
              <a:t>Step 1.1</a:t>
            </a:r>
            <a:endParaRPr lang="en-US" sz="1100" dirty="0">
              <a:solidFill>
                <a:schemeClr val="bg1"/>
              </a:solidFill>
            </a:endParaRPr>
          </a:p>
          <a:p>
            <a:pPr algn="ctr" defTabSz="914189">
              <a:lnSpc>
                <a:spcPct val="106000"/>
              </a:lnSpc>
              <a:spcBef>
                <a:spcPct val="30000"/>
              </a:spcBef>
              <a:buClr>
                <a:schemeClr val="tx1"/>
              </a:buClr>
            </a:pPr>
            <a:r>
              <a:rPr lang="en-US" sz="1100" dirty="0" smtClean="0">
                <a:solidFill>
                  <a:schemeClr val="bg1"/>
                </a:solidFill>
              </a:rPr>
              <a:t>Create client (optional)</a:t>
            </a:r>
            <a:endParaRPr lang="en-US" sz="1100" dirty="0">
              <a:solidFill>
                <a:schemeClr val="bg1"/>
              </a:solidFill>
            </a:endParaRPr>
          </a:p>
        </p:txBody>
      </p:sp>
      <p:sp>
        <p:nvSpPr>
          <p:cNvPr id="37" name="AutoShape 23"/>
          <p:cNvSpPr>
            <a:spLocks noChangeArrowheads="1"/>
          </p:cNvSpPr>
          <p:nvPr/>
        </p:nvSpPr>
        <p:spPr bwMode="gray">
          <a:xfrm>
            <a:off x="4453536" y="6637048"/>
            <a:ext cx="1334800" cy="641828"/>
          </a:xfrm>
          <a:prstGeom prst="chevron">
            <a:avLst>
              <a:gd name="adj" fmla="val 32648"/>
            </a:avLst>
          </a:prstGeom>
          <a:solidFill>
            <a:schemeClr val="accent2"/>
          </a:solidFill>
          <a:ln w="28575" algn="ctr">
            <a:noFill/>
            <a:miter lim="800000"/>
            <a:headEnd/>
            <a:tailEnd/>
          </a:ln>
        </p:spPr>
        <p:txBody>
          <a:bodyPr lIns="80187" tIns="101836" rIns="80187" bIns="80187" anchor="ctr" anchorCtr="1"/>
          <a:lstStyle/>
          <a:p>
            <a:pPr algn="ctr" defTabSz="914189">
              <a:lnSpc>
                <a:spcPct val="106000"/>
              </a:lnSpc>
              <a:spcBef>
                <a:spcPct val="30000"/>
              </a:spcBef>
              <a:buClr>
                <a:schemeClr val="tx1"/>
              </a:buClr>
            </a:pPr>
            <a:r>
              <a:rPr lang="en-US" sz="1100" dirty="0" smtClean="0">
                <a:solidFill>
                  <a:schemeClr val="bg1"/>
                </a:solidFill>
              </a:rPr>
              <a:t>Step 1.2</a:t>
            </a:r>
            <a:endParaRPr lang="en-US" sz="1100" dirty="0">
              <a:solidFill>
                <a:schemeClr val="bg1"/>
              </a:solidFill>
            </a:endParaRPr>
          </a:p>
          <a:p>
            <a:pPr algn="ctr" defTabSz="914189">
              <a:lnSpc>
                <a:spcPct val="106000"/>
              </a:lnSpc>
              <a:spcBef>
                <a:spcPct val="30000"/>
              </a:spcBef>
              <a:buClr>
                <a:schemeClr val="tx1"/>
              </a:buClr>
            </a:pPr>
            <a:r>
              <a:rPr lang="en-US" sz="1100" dirty="0" smtClean="0">
                <a:solidFill>
                  <a:schemeClr val="bg1"/>
                </a:solidFill>
              </a:rPr>
              <a:t>Create project</a:t>
            </a:r>
            <a:endParaRPr lang="en-US" sz="1100" dirty="0">
              <a:solidFill>
                <a:schemeClr val="bg1"/>
              </a:solidFill>
            </a:endParaRPr>
          </a:p>
        </p:txBody>
      </p:sp>
      <p:sp>
        <p:nvSpPr>
          <p:cNvPr id="38" name="AutoShape 23"/>
          <p:cNvSpPr>
            <a:spLocks noChangeArrowheads="1"/>
          </p:cNvSpPr>
          <p:nvPr/>
        </p:nvSpPr>
        <p:spPr bwMode="gray">
          <a:xfrm>
            <a:off x="5638515" y="6637048"/>
            <a:ext cx="1334800" cy="641828"/>
          </a:xfrm>
          <a:prstGeom prst="chevron">
            <a:avLst>
              <a:gd name="adj" fmla="val 32648"/>
            </a:avLst>
          </a:prstGeom>
          <a:solidFill>
            <a:schemeClr val="accent2"/>
          </a:solidFill>
          <a:ln w="28575" algn="ctr">
            <a:noFill/>
            <a:miter lim="800000"/>
            <a:headEnd/>
            <a:tailEnd/>
          </a:ln>
        </p:spPr>
        <p:txBody>
          <a:bodyPr lIns="80187" tIns="101836" rIns="80187" bIns="80187" anchor="ctr" anchorCtr="1"/>
          <a:lstStyle/>
          <a:p>
            <a:pPr algn="ctr" defTabSz="914189">
              <a:lnSpc>
                <a:spcPct val="106000"/>
              </a:lnSpc>
              <a:spcBef>
                <a:spcPct val="30000"/>
              </a:spcBef>
              <a:buClr>
                <a:schemeClr val="tx1"/>
              </a:buClr>
            </a:pPr>
            <a:r>
              <a:rPr lang="en-US" sz="1100" dirty="0" smtClean="0">
                <a:solidFill>
                  <a:schemeClr val="bg1"/>
                </a:solidFill>
              </a:rPr>
              <a:t>Step 1.3</a:t>
            </a:r>
            <a:endParaRPr lang="en-US" sz="1100" dirty="0">
              <a:solidFill>
                <a:schemeClr val="bg1"/>
              </a:solidFill>
            </a:endParaRPr>
          </a:p>
          <a:p>
            <a:pPr algn="ctr" defTabSz="914189">
              <a:lnSpc>
                <a:spcPct val="106000"/>
              </a:lnSpc>
              <a:spcBef>
                <a:spcPct val="30000"/>
              </a:spcBef>
              <a:buClr>
                <a:schemeClr val="tx1"/>
              </a:buClr>
            </a:pPr>
            <a:r>
              <a:rPr lang="en-US" sz="1100" dirty="0" smtClean="0">
                <a:solidFill>
                  <a:schemeClr val="bg1"/>
                </a:solidFill>
              </a:rPr>
              <a:t>Provide access</a:t>
            </a:r>
            <a:endParaRPr lang="en-US" sz="1100" dirty="0">
              <a:solidFill>
                <a:schemeClr val="bg1"/>
              </a:solidFill>
            </a:endParaRPr>
          </a:p>
        </p:txBody>
      </p:sp>
    </p:spTree>
    <p:extLst>
      <p:ext uri="{BB962C8B-B14F-4D97-AF65-F5344CB8AC3E}">
        <p14:creationId xmlns:p14="http://schemas.microsoft.com/office/powerpoint/2010/main" val="931134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E7F8F02A-A47B-4811-9890-B5988FAA4055}" type="slidenum">
              <a:rPr lang="en-US" smtClean="0"/>
              <a:pPr>
                <a:defRPr/>
              </a:pPr>
              <a:t>12</a:t>
            </a:fld>
            <a:endParaRPr lang="en-US"/>
          </a:p>
        </p:txBody>
      </p:sp>
      <p:graphicFrame>
        <p:nvGraphicFramePr>
          <p:cNvPr id="22" name="Group 28"/>
          <p:cNvGraphicFramePr>
            <a:graphicFrameLocks noGrp="1"/>
          </p:cNvGraphicFramePr>
          <p:nvPr>
            <p:extLst>
              <p:ext uri="{D42A27DB-BD31-4B8C-83A1-F6EECF244321}">
                <p14:modId xmlns:p14="http://schemas.microsoft.com/office/powerpoint/2010/main" val="1722600838"/>
              </p:ext>
            </p:extLst>
          </p:nvPr>
        </p:nvGraphicFramePr>
        <p:xfrm>
          <a:off x="834431" y="3029910"/>
          <a:ext cx="8075227" cy="2873933"/>
        </p:xfrm>
        <a:graphic>
          <a:graphicData uri="http://schemas.openxmlformats.org/drawingml/2006/table">
            <a:tbl>
              <a:tblPr/>
              <a:tblGrid>
                <a:gridCol w="2106064"/>
                <a:gridCol w="5969163"/>
              </a:tblGrid>
              <a:tr h="477565">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pPr>
                      <a:r>
                        <a:rPr kumimoji="0" lang="en-US" sz="1200" b="1" i="0" u="none" strike="noStrike" cap="none" normalizeH="0" baseline="0" dirty="0" smtClean="0">
                          <a:ln>
                            <a:noFill/>
                          </a:ln>
                          <a:solidFill>
                            <a:schemeClr val="accent1"/>
                          </a:solidFill>
                          <a:effectLst/>
                          <a:latin typeface="+mj-lt"/>
                          <a:cs typeface="Arial" charset="0"/>
                        </a:rPr>
                        <a:t>Description</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9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rgbClr val="002776"/>
                          </a:solidFill>
                          <a:latin typeface="+mj-lt"/>
                          <a:ea typeface="+mn-ea"/>
                          <a:cs typeface="+mn-cs"/>
                        </a:rPr>
                        <a:t>Define </a:t>
                      </a:r>
                      <a:r>
                        <a:rPr lang="en-US" sz="1200" kern="1200" baseline="0" dirty="0" smtClean="0">
                          <a:solidFill>
                            <a:srgbClr val="002776"/>
                          </a:solidFill>
                          <a:latin typeface="+mj-lt"/>
                          <a:ea typeface="+mn-ea"/>
                          <a:cs typeface="+mn-cs"/>
                        </a:rPr>
                        <a:t>the </a:t>
                      </a:r>
                      <a:r>
                        <a:rPr lang="en-US" sz="1200" kern="1200" baseline="0" dirty="0" smtClean="0">
                          <a:solidFill>
                            <a:schemeClr val="tx2"/>
                          </a:solidFill>
                          <a:latin typeface="+mj-lt"/>
                          <a:ea typeface="+mn-ea"/>
                          <a:cs typeface="+mn-cs"/>
                        </a:rPr>
                        <a:t>method scope of the project. </a:t>
                      </a:r>
                      <a:r>
                        <a:rPr lang="en-US" sz="1200" kern="1200" baseline="0" dirty="0" smtClean="0">
                          <a:solidFill>
                            <a:schemeClr val="tx2"/>
                          </a:solidFill>
                          <a:latin typeface="+mj-lt"/>
                          <a:ea typeface="+mn-ea"/>
                          <a:cs typeface="+mn-cs"/>
                        </a:rPr>
                        <a:t>Use </a:t>
                      </a:r>
                      <a:r>
                        <a:rPr lang="en-US" sz="1200" kern="1200" baseline="0" dirty="0" smtClean="0">
                          <a:solidFill>
                            <a:schemeClr val="tx2"/>
                          </a:solidFill>
                          <a:latin typeface="+mj-lt"/>
                          <a:ea typeface="+mn-ea"/>
                          <a:cs typeface="+mn-cs"/>
                        </a:rPr>
                        <a:t>a hierarchical approach in selecting the disciplines, sub-disciplines and tasks</a:t>
                      </a:r>
                    </a:p>
                    <a:p>
                      <a:pPr marL="195263" marR="0" lvl="0" indent="-195263" algn="l" defTabSz="1019175" rtl="0" eaLnBrk="1" fontAlgn="base" latinLnBrk="0" hangingPunct="1">
                        <a:lnSpc>
                          <a:spcPts val="19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j-lt"/>
                          <a:ea typeface="+mn-ea"/>
                          <a:cs typeface="+mn-cs"/>
                        </a:rPr>
                        <a:t>A  task cannot be in scope if the discipline and sub-discipline are not selected</a:t>
                      </a: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r h="867000">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defRPr/>
                      </a:pPr>
                      <a:r>
                        <a:rPr kumimoji="0" lang="en-US" sz="1200" b="1" i="0" u="none" strike="noStrike" cap="none" normalizeH="0" baseline="0" dirty="0" smtClean="0">
                          <a:ln>
                            <a:noFill/>
                          </a:ln>
                          <a:solidFill>
                            <a:schemeClr val="accent1"/>
                          </a:solidFill>
                          <a:effectLst/>
                          <a:latin typeface="+mj-lt"/>
                          <a:cs typeface="Arial" charset="0"/>
                        </a:rPr>
                        <a:t>Prerequisite Information</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900"/>
                        </a:lnSpc>
                        <a:spcBef>
                          <a:spcPct val="50000"/>
                        </a:spcBef>
                        <a:spcAft>
                          <a:spcPct val="0"/>
                        </a:spcAft>
                        <a:buClr>
                          <a:schemeClr val="tx2"/>
                        </a:buClr>
                        <a:buSzTx/>
                        <a:buFont typeface="Times" charset="0"/>
                        <a:buChar char="•"/>
                        <a:tabLst>
                          <a:tab pos="7702550" algn="l"/>
                        </a:tabLst>
                        <a:defRPr/>
                      </a:pPr>
                      <a:r>
                        <a:rPr lang="en-US" sz="1200" kern="1200" dirty="0" smtClean="0">
                          <a:solidFill>
                            <a:srgbClr val="002776"/>
                          </a:solidFill>
                          <a:latin typeface="+mj-lt"/>
                          <a:ea typeface="+mn-ea"/>
                          <a:cs typeface="+mn-cs"/>
                        </a:rPr>
                        <a:t>Which phases of</a:t>
                      </a:r>
                      <a:r>
                        <a:rPr lang="en-US" sz="1200" kern="1200" baseline="0" dirty="0" smtClean="0">
                          <a:solidFill>
                            <a:srgbClr val="002776"/>
                          </a:solidFill>
                          <a:latin typeface="+mj-lt"/>
                          <a:ea typeface="+mn-ea"/>
                          <a:cs typeface="+mn-cs"/>
                        </a:rPr>
                        <a:t> the method will be in scope for the project</a:t>
                      </a:r>
                      <a:endParaRPr lang="en-US" sz="1200" kern="1200" dirty="0" smtClean="0">
                        <a:solidFill>
                          <a:srgbClr val="002776"/>
                        </a:solidFill>
                        <a:latin typeface="+mj-lt"/>
                        <a:ea typeface="+mn-ea"/>
                        <a:cs typeface="+mn-cs"/>
                      </a:endParaRPr>
                    </a:p>
                    <a:p>
                      <a:pPr marL="195263" marR="0" lvl="0" indent="-195263" algn="l" defTabSz="1019175" rtl="0" eaLnBrk="1" fontAlgn="base" latinLnBrk="0" hangingPunct="1">
                        <a:lnSpc>
                          <a:spcPts val="1900"/>
                        </a:lnSpc>
                        <a:spcBef>
                          <a:spcPct val="50000"/>
                        </a:spcBef>
                        <a:spcAft>
                          <a:spcPct val="0"/>
                        </a:spcAft>
                        <a:buClr>
                          <a:schemeClr val="tx2"/>
                        </a:buClr>
                        <a:buSzTx/>
                        <a:buFont typeface="Times" charset="0"/>
                        <a:buChar char="•"/>
                        <a:tabLst>
                          <a:tab pos="7702550" algn="l"/>
                        </a:tabLst>
                        <a:defRPr/>
                      </a:pPr>
                      <a:r>
                        <a:rPr lang="en-US" sz="1200" kern="1200" dirty="0" smtClean="0">
                          <a:solidFill>
                            <a:srgbClr val="002776"/>
                          </a:solidFill>
                          <a:latin typeface="+mn-lt"/>
                          <a:ea typeface="+mn-ea"/>
                          <a:cs typeface="+mn-cs"/>
                        </a:rPr>
                        <a:t>Which</a:t>
                      </a:r>
                      <a:r>
                        <a:rPr lang="en-US" sz="1200" kern="1200" baseline="0" dirty="0" smtClean="0">
                          <a:solidFill>
                            <a:srgbClr val="002776"/>
                          </a:solidFill>
                          <a:latin typeface="+mj-lt"/>
                          <a:ea typeface="+mn-ea"/>
                          <a:cs typeface="+mn-cs"/>
                        </a:rPr>
                        <a:t> disciplines, sub-disciplines will be in scope for the project</a:t>
                      </a:r>
                    </a:p>
                    <a:p>
                      <a:pPr marL="195263" marR="0" lvl="0" indent="-195263" algn="l" defTabSz="1019175" rtl="0" eaLnBrk="1" fontAlgn="base" latinLnBrk="0" hangingPunct="1">
                        <a:lnSpc>
                          <a:spcPts val="1900"/>
                        </a:lnSpc>
                        <a:spcBef>
                          <a:spcPct val="50000"/>
                        </a:spcBef>
                        <a:spcAft>
                          <a:spcPct val="0"/>
                        </a:spcAft>
                        <a:buClr>
                          <a:schemeClr val="tx2"/>
                        </a:buClr>
                        <a:buSzTx/>
                        <a:buFont typeface="Times" charset="0"/>
                        <a:buChar char="•"/>
                        <a:tabLst>
                          <a:tab pos="7702550" algn="l"/>
                        </a:tabLst>
                        <a:defRPr/>
                      </a:pPr>
                      <a:r>
                        <a:rPr lang="en-US" sz="1200" kern="1200" dirty="0" smtClean="0">
                          <a:solidFill>
                            <a:srgbClr val="002776"/>
                          </a:solidFill>
                          <a:latin typeface="+mn-lt"/>
                          <a:ea typeface="+mn-ea"/>
                          <a:cs typeface="+mn-cs"/>
                        </a:rPr>
                        <a:t>Which</a:t>
                      </a:r>
                      <a:r>
                        <a:rPr lang="en-US" sz="1200" kern="1200" baseline="0" dirty="0" smtClean="0">
                          <a:solidFill>
                            <a:srgbClr val="002776"/>
                          </a:solidFill>
                          <a:latin typeface="+mj-lt"/>
                          <a:ea typeface="+mn-ea"/>
                          <a:cs typeface="+mn-cs"/>
                        </a:rPr>
                        <a:t> method </a:t>
                      </a:r>
                      <a:r>
                        <a:rPr lang="en-US" sz="1200" kern="1200" baseline="0" dirty="0" smtClean="0">
                          <a:solidFill>
                            <a:schemeClr val="tx2"/>
                          </a:solidFill>
                          <a:latin typeface="+mj-lt"/>
                          <a:ea typeface="+mn-ea"/>
                          <a:cs typeface="+mn-cs"/>
                        </a:rPr>
                        <a:t>tasks will be in scope for the project</a:t>
                      </a: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r h="919863">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defRPr/>
                      </a:pPr>
                      <a:r>
                        <a:rPr lang="en-US" sz="1200" b="1" kern="1200" baseline="0" dirty="0" smtClean="0">
                          <a:solidFill>
                            <a:srgbClr val="002776"/>
                          </a:solidFill>
                          <a:latin typeface="+mj-lt"/>
                          <a:ea typeface="+mn-ea"/>
                          <a:cs typeface="+mn-cs"/>
                        </a:rPr>
                        <a:t>Other Resources</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9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rgbClr val="002776"/>
                          </a:solidFill>
                          <a:latin typeface="+mj-lt"/>
                          <a:ea typeface="+mn-ea"/>
                          <a:cs typeface="+mn-cs"/>
                        </a:rPr>
                        <a:t>Demo</a:t>
                      </a:r>
                      <a:r>
                        <a:rPr lang="en-US" sz="1200" kern="1200" baseline="0" dirty="0" smtClean="0">
                          <a:solidFill>
                            <a:srgbClr val="002776"/>
                          </a:solidFill>
                          <a:latin typeface="+mj-lt"/>
                          <a:ea typeface="+mn-ea"/>
                          <a:cs typeface="+mn-cs"/>
                        </a:rPr>
                        <a:t>: Confirm phases and select disciplines and subdisciplines</a:t>
                      </a:r>
                    </a:p>
                    <a:p>
                      <a:pPr marL="195263" marR="0" lvl="0" indent="-195263" algn="l" defTabSz="1019175" rtl="0" eaLnBrk="1" fontAlgn="base" latinLnBrk="0" hangingPunct="1">
                        <a:lnSpc>
                          <a:spcPts val="19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rgbClr val="002776"/>
                          </a:solidFill>
                          <a:latin typeface="+mj-lt"/>
                          <a:ea typeface="+mn-ea"/>
                          <a:cs typeface="+mn-cs"/>
                        </a:rPr>
                        <a:t>Demo: Select method tasks</a:t>
                      </a: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bl>
          </a:graphicData>
        </a:graphic>
      </p:graphicFrame>
      <p:sp>
        <p:nvSpPr>
          <p:cNvPr id="25" name="Round Single Corner Rectangle 24"/>
          <p:cNvSpPr/>
          <p:nvPr/>
        </p:nvSpPr>
        <p:spPr>
          <a:xfrm>
            <a:off x="871932" y="2177899"/>
            <a:ext cx="8027720" cy="665019"/>
          </a:xfrm>
          <a:prstGeom prst="round1Rect">
            <a:avLst>
              <a:gd name="adj" fmla="val 0"/>
            </a:avLst>
          </a:prstGeom>
          <a:solidFill>
            <a:schemeClr val="bg1"/>
          </a:solidFill>
          <a:ln w="28575" algn="ctr">
            <a:solidFill>
              <a:schemeClr val="accent2"/>
            </a:solidFill>
            <a:miter lim="800000"/>
            <a:headEnd/>
            <a:tailEnd/>
          </a:ln>
        </p:spPr>
        <p:txBody>
          <a:bodyPr lIns="71956" tIns="91381" rIns="71956" bIns="71956" anchor="t" anchorCtr="0"/>
          <a:lstStyle/>
          <a:p>
            <a:pPr defTabSz="820343">
              <a:lnSpc>
                <a:spcPct val="106000"/>
              </a:lnSpc>
              <a:spcBef>
                <a:spcPct val="30000"/>
              </a:spcBef>
              <a:buClr>
                <a:schemeClr val="tx1"/>
              </a:buClr>
            </a:pPr>
            <a:r>
              <a:rPr lang="en-US" sz="1200" dirty="0" smtClean="0">
                <a:solidFill>
                  <a:schemeClr val="tx2"/>
                </a:solidFill>
              </a:rPr>
              <a:t>Objective: Record the method </a:t>
            </a:r>
            <a:r>
              <a:rPr lang="en-US" sz="1200" dirty="0" smtClean="0">
                <a:solidFill>
                  <a:srgbClr val="002776"/>
                </a:solidFill>
              </a:rPr>
              <a:t>scope consisting </a:t>
            </a:r>
            <a:r>
              <a:rPr lang="en-US" sz="1200" dirty="0" smtClean="0">
                <a:solidFill>
                  <a:schemeClr val="tx2"/>
                </a:solidFill>
              </a:rPr>
              <a:t>of phases, disciplines, sub-disciplines, and method tasks. </a:t>
            </a:r>
            <a:endParaRPr lang="en-US" sz="1200" dirty="0">
              <a:solidFill>
                <a:schemeClr val="tx2"/>
              </a:solidFill>
            </a:endParaRPr>
          </a:p>
        </p:txBody>
      </p:sp>
      <p:grpSp>
        <p:nvGrpSpPr>
          <p:cNvPr id="2" name="Group 39"/>
          <p:cNvGrpSpPr/>
          <p:nvPr/>
        </p:nvGrpSpPr>
        <p:grpSpPr>
          <a:xfrm>
            <a:off x="2955319" y="6368143"/>
            <a:ext cx="4117092" cy="706612"/>
            <a:chOff x="2581617" y="6042486"/>
            <a:chExt cx="4117092" cy="706612"/>
          </a:xfrm>
        </p:grpSpPr>
        <p:sp>
          <p:nvSpPr>
            <p:cNvPr id="34" name="AutoShape 23"/>
            <p:cNvSpPr>
              <a:spLocks noChangeArrowheads="1"/>
            </p:cNvSpPr>
            <p:nvPr/>
          </p:nvSpPr>
          <p:spPr bwMode="gray">
            <a:xfrm>
              <a:off x="2581617" y="6044467"/>
              <a:ext cx="1499616" cy="694944"/>
            </a:xfrm>
            <a:prstGeom prst="chevron">
              <a:avLst>
                <a:gd name="adj" fmla="val 32648"/>
              </a:avLst>
            </a:prstGeom>
            <a:solidFill>
              <a:schemeClr val="accent2"/>
            </a:solidFill>
            <a:ln w="28575" algn="ctr">
              <a:noFill/>
              <a:miter lim="800000"/>
              <a:headEnd/>
              <a:tailEnd/>
            </a:ln>
          </p:spPr>
          <p:txBody>
            <a:bodyPr lIns="71989" tIns="91426" rIns="71989" bIns="71989" anchor="ctr" anchorCtr="1"/>
            <a:lstStyle/>
            <a:p>
              <a:pPr algn="ctr" defTabSz="820343">
                <a:lnSpc>
                  <a:spcPct val="106000"/>
                </a:lnSpc>
                <a:spcBef>
                  <a:spcPct val="30000"/>
                </a:spcBef>
                <a:buClr>
                  <a:schemeClr val="tx1"/>
                </a:buClr>
              </a:pPr>
              <a:r>
                <a:rPr lang="en-US" sz="1000" dirty="0" smtClean="0">
                  <a:solidFill>
                    <a:schemeClr val="bg1"/>
                  </a:solidFill>
                </a:rPr>
                <a:t> Step 2.1</a:t>
              </a:r>
              <a:endParaRPr lang="en-US" sz="1000" dirty="0">
                <a:solidFill>
                  <a:schemeClr val="bg1"/>
                </a:solidFill>
              </a:endParaRPr>
            </a:p>
            <a:p>
              <a:pPr algn="ctr" defTabSz="820343">
                <a:lnSpc>
                  <a:spcPct val="106000"/>
                </a:lnSpc>
                <a:spcBef>
                  <a:spcPct val="30000"/>
                </a:spcBef>
                <a:buClr>
                  <a:schemeClr val="tx1"/>
                </a:buClr>
              </a:pPr>
              <a:r>
                <a:rPr lang="en-US" sz="1000" dirty="0" smtClean="0">
                  <a:solidFill>
                    <a:schemeClr val="bg1"/>
                  </a:solidFill>
                </a:rPr>
                <a:t>Confirm Phases in Scope</a:t>
              </a:r>
              <a:endParaRPr lang="en-US" sz="1000" dirty="0">
                <a:solidFill>
                  <a:schemeClr val="bg1"/>
                </a:solidFill>
              </a:endParaRPr>
            </a:p>
          </p:txBody>
        </p:sp>
        <p:sp>
          <p:nvSpPr>
            <p:cNvPr id="35" name="AutoShape 23"/>
            <p:cNvSpPr>
              <a:spLocks noChangeArrowheads="1"/>
            </p:cNvSpPr>
            <p:nvPr/>
          </p:nvSpPr>
          <p:spPr bwMode="gray">
            <a:xfrm>
              <a:off x="3882004" y="6042486"/>
              <a:ext cx="1499616" cy="694944"/>
            </a:xfrm>
            <a:prstGeom prst="chevron">
              <a:avLst>
                <a:gd name="adj" fmla="val 32648"/>
              </a:avLst>
            </a:prstGeom>
            <a:solidFill>
              <a:schemeClr val="accent2"/>
            </a:solidFill>
            <a:ln w="28575" algn="ctr">
              <a:noFill/>
              <a:miter lim="800000"/>
              <a:headEnd/>
              <a:tailEnd/>
            </a:ln>
          </p:spPr>
          <p:txBody>
            <a:bodyPr lIns="71989" tIns="91426" rIns="71989" bIns="71989" anchor="ctr" anchorCtr="1"/>
            <a:lstStyle/>
            <a:p>
              <a:pPr algn="ctr" defTabSz="820343">
                <a:lnSpc>
                  <a:spcPct val="106000"/>
                </a:lnSpc>
                <a:spcBef>
                  <a:spcPct val="30000"/>
                </a:spcBef>
                <a:buClr>
                  <a:schemeClr val="tx1"/>
                </a:buClr>
              </a:pPr>
              <a:r>
                <a:rPr lang="en-US" sz="1000" dirty="0" smtClean="0">
                  <a:solidFill>
                    <a:schemeClr val="bg1"/>
                  </a:solidFill>
                </a:rPr>
                <a:t>Step 2.2</a:t>
              </a:r>
              <a:endParaRPr lang="en-US" sz="1000" dirty="0">
                <a:solidFill>
                  <a:schemeClr val="bg1"/>
                </a:solidFill>
              </a:endParaRPr>
            </a:p>
            <a:p>
              <a:pPr algn="ctr" defTabSz="820343">
                <a:lnSpc>
                  <a:spcPct val="106000"/>
                </a:lnSpc>
                <a:spcBef>
                  <a:spcPct val="30000"/>
                </a:spcBef>
                <a:buClr>
                  <a:schemeClr val="tx1"/>
                </a:buClr>
              </a:pPr>
              <a:r>
                <a:rPr lang="en-US" sz="1000" dirty="0" smtClean="0">
                  <a:solidFill>
                    <a:schemeClr val="bg1"/>
                  </a:solidFill>
                </a:rPr>
                <a:t>Select method Framework</a:t>
              </a:r>
              <a:endParaRPr lang="en-US" sz="1000" dirty="0">
                <a:solidFill>
                  <a:schemeClr val="bg1"/>
                </a:solidFill>
              </a:endParaRPr>
            </a:p>
          </p:txBody>
        </p:sp>
        <p:sp>
          <p:nvSpPr>
            <p:cNvPr id="36" name="AutoShape 23"/>
            <p:cNvSpPr>
              <a:spLocks noChangeArrowheads="1"/>
            </p:cNvSpPr>
            <p:nvPr/>
          </p:nvSpPr>
          <p:spPr bwMode="gray">
            <a:xfrm>
              <a:off x="5199093" y="6054154"/>
              <a:ext cx="1499616" cy="694944"/>
            </a:xfrm>
            <a:prstGeom prst="chevron">
              <a:avLst>
                <a:gd name="adj" fmla="val 32648"/>
              </a:avLst>
            </a:prstGeom>
            <a:solidFill>
              <a:schemeClr val="accent2"/>
            </a:solidFill>
            <a:ln w="28575" algn="ctr">
              <a:noFill/>
              <a:miter lim="800000"/>
              <a:headEnd/>
              <a:tailEnd/>
            </a:ln>
          </p:spPr>
          <p:txBody>
            <a:bodyPr lIns="71989" tIns="91426" rIns="71989" bIns="71989" anchor="ctr" anchorCtr="1"/>
            <a:lstStyle/>
            <a:p>
              <a:pPr algn="ctr" defTabSz="820343">
                <a:lnSpc>
                  <a:spcPct val="106000"/>
                </a:lnSpc>
                <a:spcBef>
                  <a:spcPct val="30000"/>
                </a:spcBef>
                <a:buClr>
                  <a:schemeClr val="tx1"/>
                </a:buClr>
              </a:pPr>
              <a:r>
                <a:rPr lang="en-US" sz="1000" dirty="0" smtClean="0">
                  <a:solidFill>
                    <a:schemeClr val="bg1"/>
                  </a:solidFill>
                </a:rPr>
                <a:t>Step 2.3</a:t>
              </a:r>
              <a:endParaRPr lang="en-US" sz="1000" dirty="0">
                <a:solidFill>
                  <a:schemeClr val="bg1"/>
                </a:solidFill>
              </a:endParaRPr>
            </a:p>
            <a:p>
              <a:pPr algn="ctr" defTabSz="820343">
                <a:lnSpc>
                  <a:spcPct val="106000"/>
                </a:lnSpc>
                <a:spcBef>
                  <a:spcPct val="30000"/>
                </a:spcBef>
                <a:buClr>
                  <a:schemeClr val="tx1"/>
                </a:buClr>
              </a:pPr>
              <a:r>
                <a:rPr lang="en-US" sz="1000" dirty="0" smtClean="0">
                  <a:solidFill>
                    <a:schemeClr val="bg1"/>
                  </a:solidFill>
                </a:rPr>
                <a:t>Select method Tasks</a:t>
              </a:r>
              <a:endParaRPr lang="en-US" sz="1000" dirty="0">
                <a:solidFill>
                  <a:schemeClr val="bg1"/>
                </a:solidFill>
              </a:endParaRPr>
            </a:p>
          </p:txBody>
        </p:sp>
      </p:grpSp>
      <p:sp>
        <p:nvSpPr>
          <p:cNvPr id="19" name="Title 18"/>
          <p:cNvSpPr>
            <a:spLocks noGrp="1"/>
          </p:cNvSpPr>
          <p:nvPr>
            <p:ph type="title"/>
          </p:nvPr>
        </p:nvSpPr>
        <p:spPr>
          <a:xfrm>
            <a:off x="430341" y="400344"/>
            <a:ext cx="9126000" cy="630000"/>
          </a:xfrm>
        </p:spPr>
        <p:txBody>
          <a:bodyPr/>
          <a:lstStyle/>
          <a:p>
            <a:r>
              <a:rPr lang="en-US" dirty="0" smtClean="0"/>
              <a:t>Step 2: Record method scope</a:t>
            </a:r>
            <a:endParaRPr lang="en-US" dirty="0"/>
          </a:p>
        </p:txBody>
      </p:sp>
      <p:grpSp>
        <p:nvGrpSpPr>
          <p:cNvPr id="11" name="Group 10"/>
          <p:cNvGrpSpPr/>
          <p:nvPr/>
        </p:nvGrpSpPr>
        <p:grpSpPr>
          <a:xfrm>
            <a:off x="191068" y="940303"/>
            <a:ext cx="9796991" cy="742272"/>
            <a:chOff x="68510" y="1560285"/>
            <a:chExt cx="9050776" cy="742272"/>
          </a:xfrm>
        </p:grpSpPr>
        <p:sp>
          <p:nvSpPr>
            <p:cNvPr id="12" name="AutoShape 23"/>
            <p:cNvSpPr>
              <a:spLocks noChangeArrowheads="1"/>
            </p:cNvSpPr>
            <p:nvPr/>
          </p:nvSpPr>
          <p:spPr bwMode="gray">
            <a:xfrm>
              <a:off x="950390" y="1561003"/>
              <a:ext cx="1068533" cy="740837"/>
            </a:xfrm>
            <a:prstGeom prst="chevron">
              <a:avLst>
                <a:gd name="adj" fmla="val 32648"/>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1</a:t>
              </a:r>
            </a:p>
            <a:p>
              <a:pPr algn="ctr" defTabSz="820474">
                <a:lnSpc>
                  <a:spcPct val="106000"/>
                </a:lnSpc>
                <a:spcBef>
                  <a:spcPct val="30000"/>
                </a:spcBef>
                <a:buClr>
                  <a:srgbClr val="000000"/>
                </a:buClr>
              </a:pPr>
              <a:r>
                <a:rPr lang="en-US" sz="800" dirty="0">
                  <a:solidFill>
                    <a:schemeClr val="bg1"/>
                  </a:solidFill>
                </a:rPr>
                <a:t>Set Up</a:t>
              </a:r>
            </a:p>
            <a:p>
              <a:pPr algn="ctr" defTabSz="820474">
                <a:lnSpc>
                  <a:spcPct val="106000"/>
                </a:lnSpc>
                <a:spcBef>
                  <a:spcPct val="30000"/>
                </a:spcBef>
                <a:buClr>
                  <a:srgbClr val="000000"/>
                </a:buClr>
              </a:pPr>
              <a:r>
                <a:rPr lang="en-US" sz="800" dirty="0">
                  <a:solidFill>
                    <a:schemeClr val="bg1"/>
                  </a:solidFill>
                </a:rPr>
                <a:t>Project</a:t>
              </a:r>
            </a:p>
          </p:txBody>
        </p:sp>
        <p:sp>
          <p:nvSpPr>
            <p:cNvPr id="13" name="AutoShape 25"/>
            <p:cNvSpPr>
              <a:spLocks noChangeArrowheads="1"/>
            </p:cNvSpPr>
            <p:nvPr/>
          </p:nvSpPr>
          <p:spPr bwMode="gray">
            <a:xfrm>
              <a:off x="3694200" y="1560644"/>
              <a:ext cx="1059725" cy="741554"/>
            </a:xfrm>
            <a:prstGeom prst="chevron">
              <a:avLst>
                <a:gd name="adj" fmla="val 32379"/>
              </a:avLst>
            </a:prstGeom>
            <a:solidFill>
              <a:schemeClr val="accent1"/>
            </a:solidFill>
            <a:ln w="28575" algn="ctr">
              <a:noFill/>
              <a:miter lim="800000"/>
              <a:headEnd/>
              <a:tailEnd/>
            </a:ln>
          </p:spPr>
          <p:txBody>
            <a:bodyPr lIns="41014" tIns="91396" rIns="41014"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4</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Record Product Scope</a:t>
              </a:r>
            </a:p>
          </p:txBody>
        </p:sp>
        <p:sp>
          <p:nvSpPr>
            <p:cNvPr id="14" name="AutoShape 26"/>
            <p:cNvSpPr>
              <a:spLocks noChangeArrowheads="1"/>
            </p:cNvSpPr>
            <p:nvPr/>
          </p:nvSpPr>
          <p:spPr bwMode="gray">
            <a:xfrm>
              <a:off x="4567272"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5</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Define Project </a:t>
              </a:r>
              <a:r>
                <a:rPr lang="en-US" sz="800" dirty="0" smtClean="0">
                  <a:solidFill>
                    <a:schemeClr val="bg1"/>
                  </a:solidFill>
                  <a:cs typeface="Arial" charset="0"/>
                </a:rPr>
                <a:t>Resources</a:t>
              </a:r>
              <a:endParaRPr lang="en-US" sz="800" dirty="0">
                <a:solidFill>
                  <a:schemeClr val="bg1"/>
                </a:solidFill>
                <a:cs typeface="Arial" charset="0"/>
              </a:endParaRPr>
            </a:p>
          </p:txBody>
        </p:sp>
        <p:sp>
          <p:nvSpPr>
            <p:cNvPr id="15" name="AutoShape 27"/>
            <p:cNvSpPr>
              <a:spLocks noChangeArrowheads="1"/>
            </p:cNvSpPr>
            <p:nvPr/>
          </p:nvSpPr>
          <p:spPr bwMode="gray">
            <a:xfrm>
              <a:off x="5440344"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6</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Review </a:t>
              </a:r>
              <a:r>
                <a:rPr lang="en-US" sz="800" dirty="0" smtClean="0">
                  <a:solidFill>
                    <a:schemeClr val="bg1"/>
                  </a:solidFill>
                  <a:cs typeface="Arial" charset="0"/>
                </a:rPr>
                <a:t>Effort and Costs</a:t>
              </a:r>
              <a:endParaRPr lang="en-US" sz="800" dirty="0">
                <a:solidFill>
                  <a:schemeClr val="bg1"/>
                </a:solidFill>
                <a:cs typeface="Arial" charset="0"/>
              </a:endParaRPr>
            </a:p>
          </p:txBody>
        </p:sp>
        <p:sp>
          <p:nvSpPr>
            <p:cNvPr id="16" name="AutoShape 28"/>
            <p:cNvSpPr>
              <a:spLocks noChangeArrowheads="1"/>
            </p:cNvSpPr>
            <p:nvPr/>
          </p:nvSpPr>
          <p:spPr bwMode="gray">
            <a:xfrm>
              <a:off x="6313416"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7</a:t>
              </a: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Complete Staffing Model</a:t>
              </a:r>
              <a:endParaRPr lang="en-US" sz="800" dirty="0">
                <a:solidFill>
                  <a:schemeClr val="bg1"/>
                </a:solidFill>
                <a:cs typeface="Arial" charset="0"/>
              </a:endParaRPr>
            </a:p>
          </p:txBody>
        </p:sp>
        <p:sp>
          <p:nvSpPr>
            <p:cNvPr id="17" name="AutoShape 27"/>
            <p:cNvSpPr>
              <a:spLocks noChangeArrowheads="1"/>
            </p:cNvSpPr>
            <p:nvPr/>
          </p:nvSpPr>
          <p:spPr bwMode="gray">
            <a:xfrm>
              <a:off x="7186488"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8</a:t>
              </a: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Complete Pricing Model </a:t>
              </a:r>
              <a:endParaRPr lang="en-US" sz="800" dirty="0">
                <a:solidFill>
                  <a:schemeClr val="bg1"/>
                </a:solidFill>
                <a:cs typeface="Arial" charset="0"/>
              </a:endParaRPr>
            </a:p>
          </p:txBody>
        </p:sp>
        <p:sp>
          <p:nvSpPr>
            <p:cNvPr id="18" name="AutoShape 24"/>
            <p:cNvSpPr>
              <a:spLocks noChangeArrowheads="1"/>
            </p:cNvSpPr>
            <p:nvPr/>
          </p:nvSpPr>
          <p:spPr bwMode="gray">
            <a:xfrm>
              <a:off x="1832270" y="1560285"/>
              <a:ext cx="1117618" cy="742272"/>
            </a:xfrm>
            <a:prstGeom prst="chevron">
              <a:avLst>
                <a:gd name="adj" fmla="val 32338"/>
              </a:avLst>
            </a:prstGeom>
            <a:solidFill>
              <a:srgbClr val="92D400"/>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b="1" dirty="0">
                  <a:solidFill>
                    <a:schemeClr val="bg1"/>
                  </a:solidFill>
                </a:rPr>
                <a:t>2</a:t>
              </a:r>
            </a:p>
            <a:p>
              <a:pPr algn="ctr" defTabSz="820474">
                <a:lnSpc>
                  <a:spcPct val="106000"/>
                </a:lnSpc>
                <a:spcBef>
                  <a:spcPct val="30000"/>
                </a:spcBef>
                <a:buClr>
                  <a:srgbClr val="000000"/>
                </a:buClr>
              </a:pPr>
              <a:r>
                <a:rPr lang="en-US" sz="800" b="1" dirty="0">
                  <a:solidFill>
                    <a:schemeClr val="bg1"/>
                  </a:solidFill>
                </a:rPr>
                <a:t>Record Method Scope</a:t>
              </a:r>
            </a:p>
          </p:txBody>
        </p:sp>
        <p:sp>
          <p:nvSpPr>
            <p:cNvPr id="20" name="AutoShape 24"/>
            <p:cNvSpPr>
              <a:spLocks noChangeArrowheads="1"/>
            </p:cNvSpPr>
            <p:nvPr/>
          </p:nvSpPr>
          <p:spPr bwMode="gray">
            <a:xfrm>
              <a:off x="2763235" y="1560285"/>
              <a:ext cx="1117618" cy="742272"/>
            </a:xfrm>
            <a:prstGeom prst="chevron">
              <a:avLst>
                <a:gd name="adj" fmla="val 32338"/>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3</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Define </a:t>
              </a:r>
              <a:r>
                <a:rPr lang="en-US" sz="800" dirty="0" smtClean="0">
                  <a:solidFill>
                    <a:schemeClr val="bg1"/>
                  </a:solidFill>
                  <a:cs typeface="Arial" charset="0"/>
                </a:rPr>
                <a:t>Schedule</a:t>
              </a:r>
              <a:r>
                <a:rPr lang="en-US" sz="800" dirty="0">
                  <a:solidFill>
                    <a:schemeClr val="bg1"/>
                  </a:solidFill>
                  <a:cs typeface="Arial" charset="0"/>
                </a:rPr>
                <a:t/>
              </a:r>
              <a:br>
                <a:rPr lang="en-US" sz="800" dirty="0">
                  <a:solidFill>
                    <a:schemeClr val="bg1"/>
                  </a:solidFill>
                  <a:cs typeface="Arial" charset="0"/>
                </a:rPr>
              </a:br>
              <a:endParaRPr lang="en-US" sz="800" dirty="0" smtClean="0">
                <a:solidFill>
                  <a:schemeClr val="bg1"/>
                </a:solidFill>
                <a:cs typeface="Arial" charset="0"/>
              </a:endParaRPr>
            </a:p>
          </p:txBody>
        </p:sp>
        <p:sp>
          <p:nvSpPr>
            <p:cNvPr id="23" name="AutoShape 27"/>
            <p:cNvSpPr>
              <a:spLocks noChangeArrowheads="1"/>
            </p:cNvSpPr>
            <p:nvPr/>
          </p:nvSpPr>
          <p:spPr bwMode="gray">
            <a:xfrm>
              <a:off x="8059561"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9</a:t>
              </a:r>
              <a:endParaRPr lang="en-US" sz="800" dirty="0">
                <a:solidFill>
                  <a:schemeClr val="bg1"/>
                </a:solidFill>
                <a:cs typeface="Arial" charset="0"/>
              </a:endParaRP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Generate Summary / Work Plan</a:t>
              </a:r>
              <a:endParaRPr lang="en-US" sz="800" dirty="0">
                <a:solidFill>
                  <a:schemeClr val="bg1"/>
                </a:solidFill>
                <a:cs typeface="Arial" charset="0"/>
              </a:endParaRPr>
            </a:p>
          </p:txBody>
        </p:sp>
        <p:sp>
          <p:nvSpPr>
            <p:cNvPr id="24" name="AutoShape 23"/>
            <p:cNvSpPr>
              <a:spLocks noChangeArrowheads="1"/>
            </p:cNvSpPr>
            <p:nvPr/>
          </p:nvSpPr>
          <p:spPr bwMode="gray">
            <a:xfrm>
              <a:off x="68510" y="1561003"/>
              <a:ext cx="1068533" cy="740837"/>
            </a:xfrm>
            <a:prstGeom prst="chevron">
              <a:avLst>
                <a:gd name="adj" fmla="val 32648"/>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0</a:t>
              </a:r>
              <a:endParaRPr lang="en-US" sz="800" dirty="0">
                <a:solidFill>
                  <a:schemeClr val="bg1"/>
                </a:solidFill>
                <a:cs typeface="Arial" charset="0"/>
              </a:endParaRP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PE&amp;PS Prep</a:t>
              </a:r>
              <a:endParaRPr lang="en-US" sz="800" dirty="0">
                <a:solidFill>
                  <a:schemeClr val="bg1"/>
                </a:solidFill>
                <a:cs typeface="Arial" charset="0"/>
              </a:endParaRPr>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E7F8F02A-A47B-4811-9890-B5988FAA4055}" type="slidenum">
              <a:rPr lang="en-US" smtClean="0"/>
              <a:pPr>
                <a:defRPr/>
              </a:pPr>
              <a:t>13</a:t>
            </a:fld>
            <a:endParaRPr lang="en-US"/>
          </a:p>
        </p:txBody>
      </p:sp>
      <p:graphicFrame>
        <p:nvGraphicFramePr>
          <p:cNvPr id="22" name="Group 28"/>
          <p:cNvGraphicFramePr>
            <a:graphicFrameLocks noGrp="1"/>
          </p:cNvGraphicFramePr>
          <p:nvPr>
            <p:extLst>
              <p:ext uri="{D42A27DB-BD31-4B8C-83A1-F6EECF244321}">
                <p14:modId xmlns:p14="http://schemas.microsoft.com/office/powerpoint/2010/main" val="3385045493"/>
              </p:ext>
            </p:extLst>
          </p:nvPr>
        </p:nvGraphicFramePr>
        <p:xfrm>
          <a:off x="1080098" y="2934373"/>
          <a:ext cx="8075227" cy="3381255"/>
        </p:xfrm>
        <a:graphic>
          <a:graphicData uri="http://schemas.openxmlformats.org/drawingml/2006/table">
            <a:tbl>
              <a:tblPr/>
              <a:tblGrid>
                <a:gridCol w="2106064"/>
                <a:gridCol w="5969163"/>
              </a:tblGrid>
              <a:tr h="504863">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pPr>
                      <a:r>
                        <a:rPr kumimoji="0" lang="en-US" sz="1200" b="1" i="0" u="none" strike="noStrike" cap="none" normalizeH="0" baseline="0" dirty="0" smtClean="0">
                          <a:ln>
                            <a:noFill/>
                          </a:ln>
                          <a:solidFill>
                            <a:schemeClr val="accent1"/>
                          </a:solidFill>
                          <a:effectLst/>
                          <a:latin typeface="+mj-lt"/>
                          <a:cs typeface="Arial" charset="0"/>
                        </a:rPr>
                        <a:t>Description</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pPr>
                      <a:r>
                        <a:rPr lang="en-US" sz="1200" kern="1200" dirty="0" smtClean="0">
                          <a:solidFill>
                            <a:schemeClr val="tx2"/>
                          </a:solidFill>
                          <a:latin typeface="+mj-lt"/>
                          <a:ea typeface="+mn-ea"/>
                          <a:cs typeface="+mn-cs"/>
                        </a:rPr>
                        <a:t>Define </a:t>
                      </a:r>
                      <a:r>
                        <a:rPr lang="en-US" sz="1200" kern="1200" dirty="0" smtClean="0">
                          <a:solidFill>
                            <a:schemeClr val="tx2"/>
                          </a:solidFill>
                          <a:latin typeface="+mj-lt"/>
                          <a:ea typeface="+mn-ea"/>
                          <a:cs typeface="+mn-cs"/>
                        </a:rPr>
                        <a:t>the</a:t>
                      </a:r>
                      <a:r>
                        <a:rPr lang="en-US" sz="1200" kern="1200" baseline="0" dirty="0" smtClean="0">
                          <a:solidFill>
                            <a:schemeClr val="tx2"/>
                          </a:solidFill>
                          <a:latin typeface="+mj-lt"/>
                          <a:ea typeface="+mn-ea"/>
                          <a:cs typeface="+mn-cs"/>
                        </a:rPr>
                        <a:t> releases and the </a:t>
                      </a:r>
                      <a:r>
                        <a:rPr lang="en-US" sz="1200" kern="1200" baseline="0" dirty="0" smtClean="0">
                          <a:solidFill>
                            <a:schemeClr val="tx2"/>
                          </a:solidFill>
                          <a:latin typeface="+mj-lt"/>
                          <a:ea typeface="+mn-ea"/>
                          <a:cs typeface="+mn-cs"/>
                        </a:rPr>
                        <a:t>rollouts</a:t>
                      </a: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pPr>
                      <a:r>
                        <a:rPr lang="en-US" sz="1200" kern="1200" baseline="0" dirty="0" smtClean="0">
                          <a:solidFill>
                            <a:schemeClr val="tx2"/>
                          </a:solidFill>
                          <a:latin typeface="+mj-lt"/>
                          <a:ea typeface="+mn-ea"/>
                          <a:cs typeface="+mn-cs"/>
                        </a:rPr>
                        <a:t>Define the </a:t>
                      </a:r>
                      <a:r>
                        <a:rPr lang="en-US" sz="1200" kern="1200" baseline="0" dirty="0" smtClean="0">
                          <a:solidFill>
                            <a:schemeClr val="tx2"/>
                          </a:solidFill>
                          <a:latin typeface="+mj-lt"/>
                          <a:ea typeface="+mn-ea"/>
                          <a:cs typeface="+mn-cs"/>
                        </a:rPr>
                        <a:t>weeks per phase and the start date of each </a:t>
                      </a:r>
                      <a:r>
                        <a:rPr lang="en-US" sz="1200" kern="1200" baseline="0" dirty="0" smtClean="0">
                          <a:solidFill>
                            <a:schemeClr val="tx2"/>
                          </a:solidFill>
                          <a:latin typeface="+mj-lt"/>
                          <a:ea typeface="+mn-ea"/>
                          <a:cs typeface="+mn-cs"/>
                        </a:rPr>
                        <a:t>phase</a:t>
                      </a:r>
                      <a:endParaRPr lang="en-US" sz="1200" kern="1200" baseline="0" dirty="0" smtClean="0">
                        <a:solidFill>
                          <a:schemeClr val="tx2"/>
                        </a:solidFill>
                        <a:latin typeface="+mj-lt"/>
                        <a:ea typeface="+mn-ea"/>
                        <a:cs typeface="+mn-cs"/>
                      </a:endParaRP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pPr>
                      <a:r>
                        <a:rPr lang="en-US" sz="1200" kern="1200" baseline="0" dirty="0" smtClean="0">
                          <a:solidFill>
                            <a:schemeClr val="tx2"/>
                          </a:solidFill>
                          <a:latin typeface="+mj-lt"/>
                          <a:ea typeface="+mn-ea"/>
                          <a:cs typeface="+mn-cs"/>
                        </a:rPr>
                        <a:t>The hours for Deloitte and client resources will be </a:t>
                      </a:r>
                      <a:r>
                        <a:rPr lang="en-US" sz="1200" kern="1200" baseline="0" dirty="0" smtClean="0">
                          <a:solidFill>
                            <a:schemeClr val="tx2"/>
                          </a:solidFill>
                          <a:latin typeface="+mj-lt"/>
                          <a:ea typeface="+mn-ea"/>
                          <a:cs typeface="+mn-cs"/>
                        </a:rPr>
                        <a:t>confirmed</a:t>
                      </a:r>
                      <a:endParaRPr lang="en-US" sz="1200" kern="1200" dirty="0">
                        <a:solidFill>
                          <a:schemeClr val="tx2"/>
                        </a:solidFill>
                        <a:latin typeface="+mj-lt"/>
                        <a:ea typeface="+mn-ea"/>
                        <a:cs typeface="+mn-cs"/>
                      </a:endParaRP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r h="1208256">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defRPr/>
                      </a:pPr>
                      <a:r>
                        <a:rPr kumimoji="0" lang="en-US" sz="1200" b="1" i="0" u="none" strike="noStrike" cap="none" normalizeH="0" baseline="0" dirty="0" smtClean="0">
                          <a:ln>
                            <a:noFill/>
                          </a:ln>
                          <a:solidFill>
                            <a:schemeClr val="accent1"/>
                          </a:solidFill>
                          <a:effectLst/>
                          <a:latin typeface="+mj-lt"/>
                          <a:cs typeface="Arial" charset="0"/>
                        </a:rPr>
                        <a:t>Prerequisite Information</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What is the project </a:t>
                      </a:r>
                      <a:r>
                        <a:rPr lang="en-US" sz="1200" kern="1200" dirty="0" smtClean="0">
                          <a:solidFill>
                            <a:schemeClr val="tx2"/>
                          </a:solidFill>
                          <a:latin typeface="+mj-lt"/>
                          <a:ea typeface="+mn-ea"/>
                          <a:cs typeface="+mn-cs"/>
                        </a:rPr>
                        <a:t>rollout</a:t>
                      </a:r>
                      <a:r>
                        <a:rPr lang="en-US" sz="1200" kern="1200" baseline="0" dirty="0" smtClean="0">
                          <a:solidFill>
                            <a:schemeClr val="tx2"/>
                          </a:solidFill>
                          <a:latin typeface="+mj-lt"/>
                          <a:ea typeface="+mn-ea"/>
                          <a:cs typeface="+mn-cs"/>
                        </a:rPr>
                        <a:t> </a:t>
                      </a:r>
                      <a:r>
                        <a:rPr lang="en-US" sz="1200" kern="1200" baseline="0" dirty="0" smtClean="0">
                          <a:solidFill>
                            <a:schemeClr val="tx2"/>
                          </a:solidFill>
                          <a:latin typeface="+mj-lt"/>
                          <a:ea typeface="+mn-ea"/>
                          <a:cs typeface="+mn-cs"/>
                        </a:rPr>
                        <a:t>strategy?</a:t>
                      </a:r>
                      <a:endParaRPr lang="en-US" sz="1200" kern="1200" baseline="0" dirty="0" smtClean="0">
                        <a:solidFill>
                          <a:schemeClr val="tx2"/>
                        </a:solidFill>
                        <a:latin typeface="+mj-lt"/>
                        <a:ea typeface="+mn-ea"/>
                        <a:cs typeface="+mn-cs"/>
                      </a:endParaRP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How many releases will the project have?</a:t>
                      </a: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How many rollouts will each release have?</a:t>
                      </a: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How many hours will the resources work?</a:t>
                      </a: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j-lt"/>
                          <a:ea typeface="+mn-ea"/>
                          <a:cs typeface="+mn-cs"/>
                        </a:rPr>
                        <a:t>Do we need to make provisions for resource contingency?</a:t>
                      </a: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j-lt"/>
                          <a:ea typeface="+mn-ea"/>
                          <a:cs typeface="+mn-cs"/>
                        </a:rPr>
                        <a:t>Is there any productivity improvement between releases?</a:t>
                      </a: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r h="703888">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defRPr/>
                      </a:pPr>
                      <a:r>
                        <a:rPr kumimoji="0" lang="en-US" sz="1200" b="1" i="0" u="none" strike="noStrike" cap="none" normalizeH="0" baseline="0" dirty="0" smtClean="0">
                          <a:ln>
                            <a:noFill/>
                          </a:ln>
                          <a:solidFill>
                            <a:schemeClr val="accent1"/>
                          </a:solidFill>
                          <a:effectLst/>
                          <a:latin typeface="+mj-lt"/>
                          <a:cs typeface="Arial" charset="0"/>
                        </a:rPr>
                        <a:t>Other Resources</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j-lt"/>
                          <a:ea typeface="+mn-ea"/>
                          <a:cs typeface="+mn-cs"/>
                        </a:rPr>
                        <a:t>Demo</a:t>
                      </a:r>
                      <a:r>
                        <a:rPr lang="en-US" sz="1200" kern="1200" baseline="0" dirty="0" smtClean="0">
                          <a:solidFill>
                            <a:schemeClr val="tx2"/>
                          </a:solidFill>
                          <a:latin typeface="+mj-lt"/>
                          <a:ea typeface="+mn-ea"/>
                          <a:cs typeface="+mn-cs"/>
                        </a:rPr>
                        <a:t>: Set work hours</a:t>
                      </a: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j-lt"/>
                          <a:ea typeface="+mn-ea"/>
                          <a:cs typeface="+mn-cs"/>
                        </a:rPr>
                        <a:t>Demo: Define releases and rollouts</a:t>
                      </a: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j-lt"/>
                          <a:ea typeface="+mn-ea"/>
                          <a:cs typeface="+mn-cs"/>
                        </a:rPr>
                        <a:t>Demo: schedule project phases</a:t>
                      </a: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bl>
          </a:graphicData>
        </a:graphic>
      </p:graphicFrame>
      <p:sp>
        <p:nvSpPr>
          <p:cNvPr id="25" name="Round Single Corner Rectangle 24"/>
          <p:cNvSpPr/>
          <p:nvPr/>
        </p:nvSpPr>
        <p:spPr>
          <a:xfrm>
            <a:off x="1158540" y="2177899"/>
            <a:ext cx="8027720" cy="665019"/>
          </a:xfrm>
          <a:prstGeom prst="round1Rect">
            <a:avLst>
              <a:gd name="adj" fmla="val 0"/>
            </a:avLst>
          </a:prstGeom>
          <a:solidFill>
            <a:schemeClr val="bg1"/>
          </a:solidFill>
          <a:ln w="28575" algn="ctr">
            <a:solidFill>
              <a:schemeClr val="accent2"/>
            </a:solidFill>
            <a:miter lim="800000"/>
            <a:headEnd/>
            <a:tailEnd/>
          </a:ln>
        </p:spPr>
        <p:txBody>
          <a:bodyPr lIns="71956" tIns="91381" rIns="71956" bIns="71956" anchor="t" anchorCtr="0"/>
          <a:lstStyle/>
          <a:p>
            <a:pPr defTabSz="820343">
              <a:lnSpc>
                <a:spcPct val="106000"/>
              </a:lnSpc>
              <a:spcBef>
                <a:spcPct val="30000"/>
              </a:spcBef>
              <a:buClr>
                <a:schemeClr val="tx1"/>
              </a:buClr>
            </a:pPr>
            <a:r>
              <a:rPr lang="en-US" sz="1200" dirty="0" smtClean="0">
                <a:solidFill>
                  <a:schemeClr val="tx2"/>
                </a:solidFill>
              </a:rPr>
              <a:t>Objective: The purpose of this step is to define the schedule for the project.</a:t>
            </a:r>
            <a:endParaRPr lang="en-US" sz="1200" dirty="0">
              <a:solidFill>
                <a:schemeClr val="tx2"/>
              </a:solidFill>
            </a:endParaRPr>
          </a:p>
        </p:txBody>
      </p:sp>
      <p:sp>
        <p:nvSpPr>
          <p:cNvPr id="34" name="AutoShape 23"/>
          <p:cNvSpPr>
            <a:spLocks noChangeArrowheads="1"/>
          </p:cNvSpPr>
          <p:nvPr/>
        </p:nvSpPr>
        <p:spPr bwMode="gray">
          <a:xfrm>
            <a:off x="2341160" y="6667739"/>
            <a:ext cx="1463040" cy="640080"/>
          </a:xfrm>
          <a:prstGeom prst="chevron">
            <a:avLst>
              <a:gd name="adj" fmla="val 32648"/>
            </a:avLst>
          </a:prstGeom>
          <a:solidFill>
            <a:schemeClr val="accent2"/>
          </a:solidFill>
          <a:ln w="28575" algn="ctr">
            <a:noFill/>
            <a:miter lim="800000"/>
            <a:headEnd/>
            <a:tailEnd/>
          </a:ln>
        </p:spPr>
        <p:txBody>
          <a:bodyPr lIns="71956" tIns="91381" rIns="71956" bIns="71956" anchor="ctr" anchorCtr="1"/>
          <a:lstStyle/>
          <a:p>
            <a:pPr algn="ctr" defTabSz="820343">
              <a:lnSpc>
                <a:spcPct val="106000"/>
              </a:lnSpc>
              <a:spcBef>
                <a:spcPct val="30000"/>
              </a:spcBef>
              <a:buClr>
                <a:schemeClr val="tx1"/>
              </a:buClr>
            </a:pPr>
            <a:r>
              <a:rPr lang="en-US" sz="1000" dirty="0" smtClean="0">
                <a:solidFill>
                  <a:schemeClr val="bg1"/>
                </a:solidFill>
              </a:rPr>
              <a:t>Step 3.1</a:t>
            </a:r>
            <a:endParaRPr lang="en-US" sz="1000" dirty="0">
              <a:solidFill>
                <a:schemeClr val="bg1"/>
              </a:solidFill>
            </a:endParaRPr>
          </a:p>
          <a:p>
            <a:pPr algn="ctr" defTabSz="820343">
              <a:lnSpc>
                <a:spcPct val="106000"/>
              </a:lnSpc>
              <a:spcBef>
                <a:spcPct val="30000"/>
              </a:spcBef>
              <a:buClr>
                <a:schemeClr val="tx1"/>
              </a:buClr>
            </a:pPr>
            <a:r>
              <a:rPr lang="en-US" sz="1000" dirty="0" smtClean="0">
                <a:solidFill>
                  <a:schemeClr val="bg1"/>
                </a:solidFill>
              </a:rPr>
              <a:t>Work Hours</a:t>
            </a:r>
            <a:endParaRPr lang="en-US" sz="1000" dirty="0">
              <a:solidFill>
                <a:schemeClr val="bg1"/>
              </a:solidFill>
            </a:endParaRPr>
          </a:p>
        </p:txBody>
      </p:sp>
      <p:sp>
        <p:nvSpPr>
          <p:cNvPr id="35" name="AutoShape 23"/>
          <p:cNvSpPr>
            <a:spLocks noChangeArrowheads="1"/>
          </p:cNvSpPr>
          <p:nvPr/>
        </p:nvSpPr>
        <p:spPr bwMode="gray">
          <a:xfrm>
            <a:off x="3624236" y="6667739"/>
            <a:ext cx="1463040" cy="640080"/>
          </a:xfrm>
          <a:prstGeom prst="chevron">
            <a:avLst>
              <a:gd name="adj" fmla="val 32648"/>
            </a:avLst>
          </a:prstGeom>
          <a:solidFill>
            <a:schemeClr val="accent2"/>
          </a:solidFill>
          <a:ln w="28575" algn="ctr">
            <a:noFill/>
            <a:miter lim="800000"/>
            <a:headEnd/>
            <a:tailEnd/>
          </a:ln>
        </p:spPr>
        <p:txBody>
          <a:bodyPr lIns="71956" tIns="91381" rIns="71956" bIns="71956" anchor="ctr" anchorCtr="1"/>
          <a:lstStyle/>
          <a:p>
            <a:pPr algn="ctr" defTabSz="820343">
              <a:lnSpc>
                <a:spcPct val="106000"/>
              </a:lnSpc>
              <a:spcBef>
                <a:spcPct val="30000"/>
              </a:spcBef>
              <a:buClr>
                <a:schemeClr val="tx1"/>
              </a:buClr>
            </a:pPr>
            <a:r>
              <a:rPr lang="en-US" sz="1000" dirty="0" smtClean="0">
                <a:solidFill>
                  <a:schemeClr val="bg1"/>
                </a:solidFill>
              </a:rPr>
              <a:t>Step 3.2</a:t>
            </a:r>
            <a:endParaRPr lang="en-US" sz="1000" dirty="0">
              <a:solidFill>
                <a:schemeClr val="bg1"/>
              </a:solidFill>
            </a:endParaRPr>
          </a:p>
          <a:p>
            <a:pPr algn="ctr" defTabSz="820343">
              <a:lnSpc>
                <a:spcPct val="106000"/>
              </a:lnSpc>
              <a:spcBef>
                <a:spcPct val="30000"/>
              </a:spcBef>
              <a:buClr>
                <a:schemeClr val="tx1"/>
              </a:buClr>
            </a:pPr>
            <a:r>
              <a:rPr lang="en-US" sz="1000" dirty="0" smtClean="0">
                <a:solidFill>
                  <a:schemeClr val="bg1"/>
                </a:solidFill>
              </a:rPr>
              <a:t>Releases</a:t>
            </a:r>
            <a:endParaRPr lang="en-US" sz="1000" dirty="0">
              <a:solidFill>
                <a:schemeClr val="bg1"/>
              </a:solidFill>
            </a:endParaRPr>
          </a:p>
        </p:txBody>
      </p:sp>
      <p:sp>
        <p:nvSpPr>
          <p:cNvPr id="36" name="AutoShape 23"/>
          <p:cNvSpPr>
            <a:spLocks noChangeArrowheads="1"/>
          </p:cNvSpPr>
          <p:nvPr/>
        </p:nvSpPr>
        <p:spPr bwMode="gray">
          <a:xfrm>
            <a:off x="4910364" y="6667739"/>
            <a:ext cx="1463040" cy="640080"/>
          </a:xfrm>
          <a:prstGeom prst="chevron">
            <a:avLst>
              <a:gd name="adj" fmla="val 32648"/>
            </a:avLst>
          </a:prstGeom>
          <a:solidFill>
            <a:schemeClr val="accent2"/>
          </a:solidFill>
          <a:ln w="28575" algn="ctr">
            <a:noFill/>
            <a:miter lim="800000"/>
            <a:headEnd/>
            <a:tailEnd/>
          </a:ln>
        </p:spPr>
        <p:txBody>
          <a:bodyPr lIns="71956" tIns="91381" rIns="71956" bIns="71956" anchor="ctr" anchorCtr="1"/>
          <a:lstStyle/>
          <a:p>
            <a:pPr algn="ctr" defTabSz="820343">
              <a:lnSpc>
                <a:spcPct val="106000"/>
              </a:lnSpc>
              <a:spcBef>
                <a:spcPct val="30000"/>
              </a:spcBef>
              <a:buClr>
                <a:schemeClr val="tx1"/>
              </a:buClr>
            </a:pPr>
            <a:r>
              <a:rPr lang="en-US" sz="1000" dirty="0" smtClean="0">
                <a:solidFill>
                  <a:schemeClr val="bg1"/>
                </a:solidFill>
              </a:rPr>
              <a:t>Step 3.3</a:t>
            </a:r>
            <a:endParaRPr lang="en-US" sz="1000" dirty="0">
              <a:solidFill>
                <a:schemeClr val="bg1"/>
              </a:solidFill>
            </a:endParaRPr>
          </a:p>
          <a:p>
            <a:pPr algn="ctr" defTabSz="820343">
              <a:lnSpc>
                <a:spcPct val="106000"/>
              </a:lnSpc>
              <a:spcBef>
                <a:spcPct val="30000"/>
              </a:spcBef>
              <a:buClr>
                <a:schemeClr val="tx1"/>
              </a:buClr>
            </a:pPr>
            <a:r>
              <a:rPr lang="en-US" sz="1000" dirty="0" smtClean="0">
                <a:solidFill>
                  <a:schemeClr val="bg1"/>
                </a:solidFill>
              </a:rPr>
              <a:t>Rollouts</a:t>
            </a:r>
            <a:endParaRPr lang="en-US" sz="1000" dirty="0">
              <a:solidFill>
                <a:schemeClr val="bg1"/>
              </a:solidFill>
            </a:endParaRPr>
          </a:p>
        </p:txBody>
      </p:sp>
      <p:sp>
        <p:nvSpPr>
          <p:cNvPr id="19" name="Title 18"/>
          <p:cNvSpPr>
            <a:spLocks noGrp="1"/>
          </p:cNvSpPr>
          <p:nvPr>
            <p:ph type="title"/>
          </p:nvPr>
        </p:nvSpPr>
        <p:spPr>
          <a:xfrm>
            <a:off x="430341" y="400344"/>
            <a:ext cx="9126000" cy="630000"/>
          </a:xfrm>
        </p:spPr>
        <p:txBody>
          <a:bodyPr/>
          <a:lstStyle/>
          <a:p>
            <a:r>
              <a:rPr lang="en-US" dirty="0" smtClean="0"/>
              <a:t>Step 3: Define Schedule</a:t>
            </a:r>
            <a:endParaRPr lang="en-US" dirty="0"/>
          </a:p>
        </p:txBody>
      </p:sp>
      <p:sp>
        <p:nvSpPr>
          <p:cNvPr id="18" name="AutoShape 23"/>
          <p:cNvSpPr>
            <a:spLocks noChangeArrowheads="1"/>
          </p:cNvSpPr>
          <p:nvPr/>
        </p:nvSpPr>
        <p:spPr bwMode="gray">
          <a:xfrm>
            <a:off x="6213894" y="6667739"/>
            <a:ext cx="1463040" cy="640080"/>
          </a:xfrm>
          <a:prstGeom prst="chevron">
            <a:avLst>
              <a:gd name="adj" fmla="val 32648"/>
            </a:avLst>
          </a:prstGeom>
          <a:solidFill>
            <a:schemeClr val="accent2"/>
          </a:solidFill>
          <a:ln w="28575" algn="ctr">
            <a:noFill/>
            <a:miter lim="800000"/>
            <a:headEnd/>
            <a:tailEnd/>
          </a:ln>
        </p:spPr>
        <p:txBody>
          <a:bodyPr lIns="71956" tIns="91381" rIns="71956" bIns="71956" anchor="ctr" anchorCtr="1"/>
          <a:lstStyle/>
          <a:p>
            <a:pPr algn="ctr" defTabSz="820343">
              <a:lnSpc>
                <a:spcPct val="106000"/>
              </a:lnSpc>
              <a:spcBef>
                <a:spcPct val="30000"/>
              </a:spcBef>
              <a:buClr>
                <a:schemeClr val="tx1"/>
              </a:buClr>
            </a:pPr>
            <a:r>
              <a:rPr lang="en-US" sz="1000" dirty="0" smtClean="0">
                <a:solidFill>
                  <a:schemeClr val="bg1"/>
                </a:solidFill>
              </a:rPr>
              <a:t>Step 3.4</a:t>
            </a:r>
            <a:endParaRPr lang="en-US" sz="1000" dirty="0">
              <a:solidFill>
                <a:schemeClr val="bg1"/>
              </a:solidFill>
            </a:endParaRPr>
          </a:p>
          <a:p>
            <a:pPr algn="ctr" defTabSz="820343">
              <a:lnSpc>
                <a:spcPct val="106000"/>
              </a:lnSpc>
              <a:spcBef>
                <a:spcPct val="30000"/>
              </a:spcBef>
              <a:buClr>
                <a:schemeClr val="tx1"/>
              </a:buClr>
            </a:pPr>
            <a:r>
              <a:rPr lang="en-US" sz="1000" dirty="0" smtClean="0">
                <a:solidFill>
                  <a:schemeClr val="bg1"/>
                </a:solidFill>
              </a:rPr>
              <a:t>Phase Schedule</a:t>
            </a:r>
          </a:p>
        </p:txBody>
      </p:sp>
      <p:grpSp>
        <p:nvGrpSpPr>
          <p:cNvPr id="11" name="Group 10"/>
          <p:cNvGrpSpPr/>
          <p:nvPr/>
        </p:nvGrpSpPr>
        <p:grpSpPr>
          <a:xfrm>
            <a:off x="191068" y="940303"/>
            <a:ext cx="9796991" cy="742272"/>
            <a:chOff x="68510" y="1560285"/>
            <a:chExt cx="9050776" cy="742272"/>
          </a:xfrm>
        </p:grpSpPr>
        <p:sp>
          <p:nvSpPr>
            <p:cNvPr id="12" name="AutoShape 23"/>
            <p:cNvSpPr>
              <a:spLocks noChangeArrowheads="1"/>
            </p:cNvSpPr>
            <p:nvPr/>
          </p:nvSpPr>
          <p:spPr bwMode="gray">
            <a:xfrm>
              <a:off x="950390" y="1561003"/>
              <a:ext cx="1068533" cy="740837"/>
            </a:xfrm>
            <a:prstGeom prst="chevron">
              <a:avLst>
                <a:gd name="adj" fmla="val 32648"/>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1</a:t>
              </a:r>
            </a:p>
            <a:p>
              <a:pPr algn="ctr" defTabSz="820474">
                <a:lnSpc>
                  <a:spcPct val="106000"/>
                </a:lnSpc>
                <a:spcBef>
                  <a:spcPct val="30000"/>
                </a:spcBef>
                <a:buClr>
                  <a:srgbClr val="000000"/>
                </a:buClr>
              </a:pPr>
              <a:r>
                <a:rPr lang="en-US" sz="800" dirty="0">
                  <a:solidFill>
                    <a:schemeClr val="bg1"/>
                  </a:solidFill>
                </a:rPr>
                <a:t>Set Up</a:t>
              </a:r>
            </a:p>
            <a:p>
              <a:pPr algn="ctr" defTabSz="820474">
                <a:lnSpc>
                  <a:spcPct val="106000"/>
                </a:lnSpc>
                <a:spcBef>
                  <a:spcPct val="30000"/>
                </a:spcBef>
                <a:buClr>
                  <a:srgbClr val="000000"/>
                </a:buClr>
              </a:pPr>
              <a:r>
                <a:rPr lang="en-US" sz="800" dirty="0">
                  <a:solidFill>
                    <a:schemeClr val="bg1"/>
                  </a:solidFill>
                </a:rPr>
                <a:t>Project</a:t>
              </a:r>
            </a:p>
          </p:txBody>
        </p:sp>
        <p:sp>
          <p:nvSpPr>
            <p:cNvPr id="13" name="AutoShape 25"/>
            <p:cNvSpPr>
              <a:spLocks noChangeArrowheads="1"/>
            </p:cNvSpPr>
            <p:nvPr/>
          </p:nvSpPr>
          <p:spPr bwMode="gray">
            <a:xfrm>
              <a:off x="3694200" y="1560644"/>
              <a:ext cx="1059725" cy="741554"/>
            </a:xfrm>
            <a:prstGeom prst="chevron">
              <a:avLst>
                <a:gd name="adj" fmla="val 32379"/>
              </a:avLst>
            </a:prstGeom>
            <a:solidFill>
              <a:schemeClr val="accent1"/>
            </a:solidFill>
            <a:ln w="28575" algn="ctr">
              <a:noFill/>
              <a:miter lim="800000"/>
              <a:headEnd/>
              <a:tailEnd/>
            </a:ln>
          </p:spPr>
          <p:txBody>
            <a:bodyPr lIns="41014" tIns="91396" rIns="41014"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4</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Record Product Scope</a:t>
              </a:r>
            </a:p>
          </p:txBody>
        </p:sp>
        <p:sp>
          <p:nvSpPr>
            <p:cNvPr id="14" name="AutoShape 26"/>
            <p:cNvSpPr>
              <a:spLocks noChangeArrowheads="1"/>
            </p:cNvSpPr>
            <p:nvPr/>
          </p:nvSpPr>
          <p:spPr bwMode="gray">
            <a:xfrm>
              <a:off x="4567272"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5</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Define Project </a:t>
              </a:r>
              <a:r>
                <a:rPr lang="en-US" sz="800" dirty="0" smtClean="0">
                  <a:solidFill>
                    <a:schemeClr val="bg1"/>
                  </a:solidFill>
                  <a:cs typeface="Arial" charset="0"/>
                </a:rPr>
                <a:t>Resources</a:t>
              </a:r>
              <a:endParaRPr lang="en-US" sz="800" dirty="0">
                <a:solidFill>
                  <a:schemeClr val="bg1"/>
                </a:solidFill>
                <a:cs typeface="Arial" charset="0"/>
              </a:endParaRPr>
            </a:p>
          </p:txBody>
        </p:sp>
        <p:sp>
          <p:nvSpPr>
            <p:cNvPr id="15" name="AutoShape 27"/>
            <p:cNvSpPr>
              <a:spLocks noChangeArrowheads="1"/>
            </p:cNvSpPr>
            <p:nvPr/>
          </p:nvSpPr>
          <p:spPr bwMode="gray">
            <a:xfrm>
              <a:off x="5440344"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6</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Review </a:t>
              </a:r>
              <a:r>
                <a:rPr lang="en-US" sz="800" dirty="0" smtClean="0">
                  <a:solidFill>
                    <a:schemeClr val="bg1"/>
                  </a:solidFill>
                  <a:cs typeface="Arial" charset="0"/>
                </a:rPr>
                <a:t>Effort and Costs</a:t>
              </a:r>
              <a:endParaRPr lang="en-US" sz="800" dirty="0">
                <a:solidFill>
                  <a:schemeClr val="bg1"/>
                </a:solidFill>
                <a:cs typeface="Arial" charset="0"/>
              </a:endParaRPr>
            </a:p>
          </p:txBody>
        </p:sp>
        <p:sp>
          <p:nvSpPr>
            <p:cNvPr id="16" name="AutoShape 28"/>
            <p:cNvSpPr>
              <a:spLocks noChangeArrowheads="1"/>
            </p:cNvSpPr>
            <p:nvPr/>
          </p:nvSpPr>
          <p:spPr bwMode="gray">
            <a:xfrm>
              <a:off x="6313416"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7</a:t>
              </a: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Complete Staffing Model</a:t>
              </a:r>
              <a:endParaRPr lang="en-US" sz="800" dirty="0">
                <a:solidFill>
                  <a:schemeClr val="bg1"/>
                </a:solidFill>
                <a:cs typeface="Arial" charset="0"/>
              </a:endParaRPr>
            </a:p>
          </p:txBody>
        </p:sp>
        <p:sp>
          <p:nvSpPr>
            <p:cNvPr id="17" name="AutoShape 27"/>
            <p:cNvSpPr>
              <a:spLocks noChangeArrowheads="1"/>
            </p:cNvSpPr>
            <p:nvPr/>
          </p:nvSpPr>
          <p:spPr bwMode="gray">
            <a:xfrm>
              <a:off x="7186488"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8</a:t>
              </a: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Complete Pricing Model </a:t>
              </a:r>
              <a:endParaRPr lang="en-US" sz="800" dirty="0">
                <a:solidFill>
                  <a:schemeClr val="bg1"/>
                </a:solidFill>
                <a:cs typeface="Arial" charset="0"/>
              </a:endParaRPr>
            </a:p>
          </p:txBody>
        </p:sp>
        <p:sp>
          <p:nvSpPr>
            <p:cNvPr id="20" name="AutoShape 24"/>
            <p:cNvSpPr>
              <a:spLocks noChangeArrowheads="1"/>
            </p:cNvSpPr>
            <p:nvPr/>
          </p:nvSpPr>
          <p:spPr bwMode="gray">
            <a:xfrm>
              <a:off x="1832270" y="1560285"/>
              <a:ext cx="1117618" cy="742272"/>
            </a:xfrm>
            <a:prstGeom prst="chevron">
              <a:avLst>
                <a:gd name="adj" fmla="val 32338"/>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2</a:t>
              </a:r>
            </a:p>
            <a:p>
              <a:pPr algn="ctr" defTabSz="820474">
                <a:lnSpc>
                  <a:spcPct val="106000"/>
                </a:lnSpc>
                <a:spcBef>
                  <a:spcPct val="30000"/>
                </a:spcBef>
                <a:buClr>
                  <a:srgbClr val="000000"/>
                </a:buClr>
              </a:pPr>
              <a:r>
                <a:rPr lang="en-US" sz="800" dirty="0">
                  <a:solidFill>
                    <a:schemeClr val="bg1"/>
                  </a:solidFill>
                </a:rPr>
                <a:t>Record Method Scope</a:t>
              </a:r>
            </a:p>
          </p:txBody>
        </p:sp>
        <p:sp>
          <p:nvSpPr>
            <p:cNvPr id="21" name="AutoShape 24"/>
            <p:cNvSpPr>
              <a:spLocks noChangeArrowheads="1"/>
            </p:cNvSpPr>
            <p:nvPr/>
          </p:nvSpPr>
          <p:spPr bwMode="gray">
            <a:xfrm>
              <a:off x="2763235" y="1560285"/>
              <a:ext cx="1117618" cy="742272"/>
            </a:xfrm>
            <a:prstGeom prst="chevron">
              <a:avLst>
                <a:gd name="adj" fmla="val 32338"/>
              </a:avLst>
            </a:prstGeom>
            <a:solidFill>
              <a:srgbClr val="92D400"/>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b="1" dirty="0">
                  <a:solidFill>
                    <a:schemeClr val="bg1"/>
                  </a:solidFill>
                </a:rPr>
                <a:t>3</a:t>
              </a:r>
            </a:p>
            <a:p>
              <a:pPr algn="ctr" defTabSz="820474">
                <a:lnSpc>
                  <a:spcPct val="106000"/>
                </a:lnSpc>
                <a:spcBef>
                  <a:spcPct val="30000"/>
                </a:spcBef>
                <a:buClr>
                  <a:srgbClr val="000000"/>
                </a:buClr>
              </a:pPr>
              <a:r>
                <a:rPr lang="en-US" sz="800" b="1" dirty="0">
                  <a:solidFill>
                    <a:schemeClr val="bg1"/>
                  </a:solidFill>
                </a:rPr>
                <a:t>Define </a:t>
              </a:r>
              <a:r>
                <a:rPr lang="en-US" sz="800" b="1" dirty="0">
                  <a:solidFill>
                    <a:schemeClr val="bg1"/>
                  </a:solidFill>
                </a:rPr>
                <a:t>Schedule</a:t>
              </a:r>
              <a:r>
                <a:rPr lang="en-US" sz="800" b="1" dirty="0">
                  <a:solidFill>
                    <a:schemeClr val="bg1"/>
                  </a:solidFill>
                </a:rPr>
                <a:t/>
              </a:r>
              <a:br>
                <a:rPr lang="en-US" sz="800" b="1" dirty="0">
                  <a:solidFill>
                    <a:schemeClr val="bg1"/>
                  </a:solidFill>
                </a:rPr>
              </a:br>
              <a:endParaRPr lang="en-US" sz="800" b="1" dirty="0">
                <a:solidFill>
                  <a:schemeClr val="bg1"/>
                </a:solidFill>
              </a:endParaRPr>
            </a:p>
          </p:txBody>
        </p:sp>
        <p:sp>
          <p:nvSpPr>
            <p:cNvPr id="24" name="AutoShape 27"/>
            <p:cNvSpPr>
              <a:spLocks noChangeArrowheads="1"/>
            </p:cNvSpPr>
            <p:nvPr/>
          </p:nvSpPr>
          <p:spPr bwMode="gray">
            <a:xfrm>
              <a:off x="8059561"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9</a:t>
              </a:r>
              <a:endParaRPr lang="en-US" sz="800" dirty="0">
                <a:solidFill>
                  <a:schemeClr val="bg1"/>
                </a:solidFill>
                <a:cs typeface="Arial" charset="0"/>
              </a:endParaRP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Generate Summary / Work Plan</a:t>
              </a:r>
              <a:endParaRPr lang="en-US" sz="800" dirty="0">
                <a:solidFill>
                  <a:schemeClr val="bg1"/>
                </a:solidFill>
                <a:cs typeface="Arial" charset="0"/>
              </a:endParaRPr>
            </a:p>
          </p:txBody>
        </p:sp>
        <p:sp>
          <p:nvSpPr>
            <p:cNvPr id="26" name="AutoShape 23"/>
            <p:cNvSpPr>
              <a:spLocks noChangeArrowheads="1"/>
            </p:cNvSpPr>
            <p:nvPr/>
          </p:nvSpPr>
          <p:spPr bwMode="gray">
            <a:xfrm>
              <a:off x="68510" y="1561003"/>
              <a:ext cx="1068533" cy="740837"/>
            </a:xfrm>
            <a:prstGeom prst="chevron">
              <a:avLst>
                <a:gd name="adj" fmla="val 32648"/>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0</a:t>
              </a:r>
              <a:endParaRPr lang="en-US" sz="800" dirty="0">
                <a:solidFill>
                  <a:schemeClr val="bg1"/>
                </a:solidFill>
                <a:cs typeface="Arial" charset="0"/>
              </a:endParaRP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PE&amp;PS Prep</a:t>
              </a:r>
              <a:endParaRPr lang="en-US" sz="800" dirty="0">
                <a:solidFill>
                  <a:schemeClr val="bg1"/>
                </a:solidFill>
                <a:cs typeface="Arial" charset="0"/>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E7F8F02A-A47B-4811-9890-B5988FAA4055}" type="slidenum">
              <a:rPr lang="en-US" smtClean="0"/>
              <a:pPr>
                <a:defRPr/>
              </a:pPr>
              <a:t>14</a:t>
            </a:fld>
            <a:endParaRPr lang="en-US"/>
          </a:p>
        </p:txBody>
      </p:sp>
      <p:graphicFrame>
        <p:nvGraphicFramePr>
          <p:cNvPr id="22" name="Group 28"/>
          <p:cNvGraphicFramePr>
            <a:graphicFrameLocks noGrp="1"/>
          </p:cNvGraphicFramePr>
          <p:nvPr>
            <p:extLst>
              <p:ext uri="{D42A27DB-BD31-4B8C-83A1-F6EECF244321}">
                <p14:modId xmlns:p14="http://schemas.microsoft.com/office/powerpoint/2010/main" val="2923308380"/>
              </p:ext>
            </p:extLst>
          </p:nvPr>
        </p:nvGraphicFramePr>
        <p:xfrm>
          <a:off x="809473" y="2961674"/>
          <a:ext cx="8724272" cy="3492660"/>
        </p:xfrm>
        <a:graphic>
          <a:graphicData uri="http://schemas.openxmlformats.org/drawingml/2006/table">
            <a:tbl>
              <a:tblPr/>
              <a:tblGrid>
                <a:gridCol w="1901244"/>
                <a:gridCol w="6823028"/>
              </a:tblGrid>
              <a:tr h="1965168">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pPr>
                      <a:r>
                        <a:rPr kumimoji="0" lang="en-US" sz="1200" b="1" i="0" u="none" strike="noStrike" cap="none" normalizeH="0" baseline="0" dirty="0" smtClean="0">
                          <a:ln>
                            <a:noFill/>
                          </a:ln>
                          <a:solidFill>
                            <a:srgbClr val="002776"/>
                          </a:solidFill>
                          <a:effectLst/>
                          <a:latin typeface="+mj-lt"/>
                          <a:cs typeface="Arial" charset="0"/>
                        </a:rPr>
                        <a:t>Description</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400"/>
                        </a:lnSpc>
                        <a:spcBef>
                          <a:spcPts val="300"/>
                        </a:spcBef>
                        <a:spcAft>
                          <a:spcPct val="0"/>
                        </a:spcAft>
                        <a:buClr>
                          <a:schemeClr val="tx2"/>
                        </a:buClr>
                        <a:buSzTx/>
                        <a:buFont typeface="Times" charset="0"/>
                        <a:buChar char="•"/>
                        <a:tabLst>
                          <a:tab pos="7702550" algn="l"/>
                        </a:tabLst>
                      </a:pPr>
                      <a:r>
                        <a:rPr lang="en-US" sz="1200" kern="1200" baseline="0" dirty="0" smtClean="0">
                          <a:solidFill>
                            <a:srgbClr val="002776"/>
                          </a:solidFill>
                          <a:latin typeface="+mj-lt"/>
                          <a:ea typeface="+mn-ea"/>
                          <a:cs typeface="+mn-cs"/>
                        </a:rPr>
                        <a:t>Define </a:t>
                      </a:r>
                      <a:r>
                        <a:rPr lang="en-US" sz="1200" kern="1200" baseline="0" dirty="0" smtClean="0">
                          <a:solidFill>
                            <a:srgbClr val="002776"/>
                          </a:solidFill>
                          <a:latin typeface="+mj-lt"/>
                          <a:ea typeface="+mn-ea"/>
                          <a:cs typeface="+mn-cs"/>
                        </a:rPr>
                        <a:t>the product scope of the project, expressed as metric quantities. Metrics are used to calculate effort for variable resources working on the project and are expressed as a number</a:t>
                      </a:r>
                    </a:p>
                    <a:p>
                      <a:pPr marL="195263" marR="0" lvl="0" indent="-195263" algn="l" defTabSz="1019175" rtl="0" eaLnBrk="1" fontAlgn="base" latinLnBrk="0" hangingPunct="1">
                        <a:lnSpc>
                          <a:spcPts val="1400"/>
                        </a:lnSpc>
                        <a:spcBef>
                          <a:spcPts val="300"/>
                        </a:spcBef>
                        <a:spcAft>
                          <a:spcPct val="0"/>
                        </a:spcAft>
                        <a:buClr>
                          <a:schemeClr val="tx2"/>
                        </a:buClr>
                        <a:buSzTx/>
                        <a:buFont typeface="Times" charset="0"/>
                        <a:buChar char="•"/>
                        <a:tabLst>
                          <a:tab pos="7702550" algn="l"/>
                        </a:tabLst>
                      </a:pPr>
                      <a:r>
                        <a:rPr lang="en-US" sz="1200" kern="1200" baseline="0" dirty="0" smtClean="0">
                          <a:solidFill>
                            <a:srgbClr val="002776"/>
                          </a:solidFill>
                          <a:latin typeface="+mj-lt"/>
                          <a:ea typeface="+mn-ea"/>
                          <a:cs typeface="+mn-cs"/>
                        </a:rPr>
                        <a:t>Examples of metrics are number of IndustryPrint process groups, processes, and sub-processes, Integration test cycles and cases, RICEF objects, number of training courses, and number of users on the system. For all of the disciplines and sub-disciplines in scope, the relevant metric quantities need to be recorded</a:t>
                      </a:r>
                    </a:p>
                    <a:p>
                      <a:pPr marL="195263" marR="0" lvl="0" indent="-195263" algn="l" defTabSz="1019175" rtl="0" eaLnBrk="1" fontAlgn="base" latinLnBrk="0" hangingPunct="1">
                        <a:lnSpc>
                          <a:spcPts val="1400"/>
                        </a:lnSpc>
                        <a:spcBef>
                          <a:spcPts val="300"/>
                        </a:spcBef>
                        <a:spcAft>
                          <a:spcPct val="0"/>
                        </a:spcAft>
                        <a:buClr>
                          <a:schemeClr val="tx2"/>
                        </a:buClr>
                        <a:buSzTx/>
                        <a:buFont typeface="Times" charset="0"/>
                        <a:buChar char="•"/>
                        <a:tabLst>
                          <a:tab pos="7702550" algn="l"/>
                        </a:tabLst>
                      </a:pPr>
                      <a:r>
                        <a:rPr lang="en-US" sz="1200" kern="1200" baseline="0" dirty="0" smtClean="0">
                          <a:solidFill>
                            <a:srgbClr val="002776"/>
                          </a:solidFill>
                          <a:latin typeface="+mj-lt"/>
                          <a:ea typeface="+mn-ea"/>
                          <a:cs typeface="+mn-cs"/>
                        </a:rPr>
                        <a:t>A detailed list of some of the metrics can also be recorded. For example, the list of </a:t>
                      </a:r>
                      <a:r>
                        <a:rPr lang="en-US" sz="1200" kern="1200" baseline="0" dirty="0" err="1" smtClean="0">
                          <a:solidFill>
                            <a:srgbClr val="002776"/>
                          </a:solidFill>
                          <a:latin typeface="+mj-lt"/>
                          <a:ea typeface="+mn-ea"/>
                          <a:cs typeface="+mn-cs"/>
                        </a:rPr>
                        <a:t>IndustryPrint</a:t>
                      </a:r>
                      <a:r>
                        <a:rPr lang="en-US" sz="1200" kern="1200" baseline="0" dirty="0" smtClean="0">
                          <a:solidFill>
                            <a:srgbClr val="002776"/>
                          </a:solidFill>
                          <a:latin typeface="+mj-lt"/>
                          <a:ea typeface="+mn-ea"/>
                          <a:cs typeface="+mn-cs"/>
                        </a:rPr>
                        <a:t> process groups, processes, and sub-processes in scope will provide the details for the </a:t>
                      </a:r>
                      <a:r>
                        <a:rPr lang="en-US" sz="1200" kern="1200" baseline="0" dirty="0" err="1" smtClean="0">
                          <a:solidFill>
                            <a:srgbClr val="002776"/>
                          </a:solidFill>
                          <a:latin typeface="+mj-lt"/>
                          <a:ea typeface="+mn-ea"/>
                          <a:cs typeface="+mn-cs"/>
                        </a:rPr>
                        <a:t>IndustryPrint</a:t>
                      </a:r>
                      <a:r>
                        <a:rPr lang="en-US" sz="1200" kern="1200" baseline="0" dirty="0" smtClean="0">
                          <a:solidFill>
                            <a:srgbClr val="002776"/>
                          </a:solidFill>
                          <a:latin typeface="+mj-lt"/>
                          <a:ea typeface="+mn-ea"/>
                          <a:cs typeface="+mn-cs"/>
                        </a:rPr>
                        <a:t> metrics</a:t>
                      </a:r>
                      <a:endParaRPr lang="en-US" sz="1200" kern="1200" dirty="0" smtClean="0">
                        <a:solidFill>
                          <a:srgbClr val="002776"/>
                        </a:solidFill>
                        <a:latin typeface="+mj-lt"/>
                        <a:ea typeface="+mn-ea"/>
                        <a:cs typeface="+mn-cs"/>
                      </a:endParaRP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r h="631737">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defRPr/>
                      </a:pPr>
                      <a:r>
                        <a:rPr kumimoji="0" lang="en-US" sz="1200" b="1" i="0" u="none" strike="noStrike" cap="none" normalizeH="0" baseline="0" dirty="0" smtClean="0">
                          <a:ln>
                            <a:noFill/>
                          </a:ln>
                          <a:solidFill>
                            <a:srgbClr val="002776"/>
                          </a:solidFill>
                          <a:effectLst/>
                          <a:latin typeface="+mj-lt"/>
                          <a:cs typeface="Arial" charset="0"/>
                        </a:rPr>
                        <a:t>Prerequisite Information</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400"/>
                        </a:lnSpc>
                        <a:spcBef>
                          <a:spcPts val="300"/>
                        </a:spcBef>
                        <a:spcAft>
                          <a:spcPct val="0"/>
                        </a:spcAft>
                        <a:buClr>
                          <a:schemeClr val="tx2"/>
                        </a:buClr>
                        <a:buSzTx/>
                        <a:buFont typeface="Times" charset="0"/>
                        <a:buChar char="•"/>
                        <a:tabLst>
                          <a:tab pos="7702550" algn="l"/>
                        </a:tabLst>
                        <a:defRPr/>
                      </a:pPr>
                      <a:r>
                        <a:rPr lang="en-US" sz="1200" kern="1200" dirty="0" smtClean="0">
                          <a:solidFill>
                            <a:srgbClr val="002776"/>
                          </a:solidFill>
                          <a:latin typeface="+mj-lt"/>
                          <a:ea typeface="+mn-ea"/>
                          <a:cs typeface="+mn-cs"/>
                        </a:rPr>
                        <a:t>Metric information</a:t>
                      </a:r>
                    </a:p>
                    <a:p>
                      <a:pPr marL="195263" marR="0" lvl="0" indent="-195263" algn="l" defTabSz="1019175" rtl="0" eaLnBrk="1" fontAlgn="base" latinLnBrk="0" hangingPunct="1">
                        <a:lnSpc>
                          <a:spcPts val="1400"/>
                        </a:lnSpc>
                        <a:spcBef>
                          <a:spcPts val="300"/>
                        </a:spcBef>
                        <a:spcAft>
                          <a:spcPct val="0"/>
                        </a:spcAft>
                        <a:buClr>
                          <a:schemeClr val="tx2"/>
                        </a:buClr>
                        <a:buSzTx/>
                        <a:buFont typeface="Times" charset="0"/>
                        <a:buChar char="•"/>
                        <a:tabLst>
                          <a:tab pos="7702550" algn="l"/>
                        </a:tabLst>
                        <a:defRPr/>
                      </a:pPr>
                      <a:r>
                        <a:rPr lang="en-US" sz="1200" kern="1200" dirty="0" smtClean="0">
                          <a:solidFill>
                            <a:srgbClr val="002776"/>
                          </a:solidFill>
                          <a:latin typeface="+mj-lt"/>
                          <a:ea typeface="+mn-ea"/>
                          <a:cs typeface="+mn-cs"/>
                        </a:rPr>
                        <a:t>Available</a:t>
                      </a:r>
                      <a:r>
                        <a:rPr lang="en-US" sz="1200" kern="1200" baseline="0" dirty="0" smtClean="0">
                          <a:solidFill>
                            <a:srgbClr val="002776"/>
                          </a:solidFill>
                          <a:latin typeface="+mj-lt"/>
                          <a:ea typeface="+mn-ea"/>
                          <a:cs typeface="+mn-cs"/>
                        </a:rPr>
                        <a:t> metric detail information</a:t>
                      </a:r>
                      <a:endParaRPr lang="en-US" sz="1200" kern="1200" dirty="0" smtClean="0">
                        <a:solidFill>
                          <a:srgbClr val="002776"/>
                        </a:solidFill>
                        <a:latin typeface="+mj-lt"/>
                        <a:ea typeface="+mn-ea"/>
                        <a:cs typeface="+mn-cs"/>
                      </a:endParaRP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r h="647652">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defRPr/>
                      </a:pPr>
                      <a:r>
                        <a:rPr kumimoji="0" lang="en-US" sz="1200" b="1" i="0" u="none" strike="noStrike" cap="none" normalizeH="0" baseline="0" dirty="0" smtClean="0">
                          <a:ln>
                            <a:noFill/>
                          </a:ln>
                          <a:solidFill>
                            <a:schemeClr val="accent1"/>
                          </a:solidFill>
                          <a:effectLst/>
                          <a:latin typeface="+mj-lt"/>
                          <a:cs typeface="Arial" charset="0"/>
                        </a:rPr>
                        <a:t>Other Resources</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rgbClr val="002776"/>
                          </a:solidFill>
                          <a:latin typeface="+mj-lt"/>
                          <a:ea typeface="+mn-ea"/>
                          <a:cs typeface="+mn-cs"/>
                        </a:rPr>
                        <a:t>Demo</a:t>
                      </a:r>
                      <a:r>
                        <a:rPr lang="en-US" sz="1200" kern="1200" baseline="0" dirty="0" smtClean="0">
                          <a:solidFill>
                            <a:srgbClr val="002776"/>
                          </a:solidFill>
                          <a:latin typeface="+mj-lt"/>
                          <a:ea typeface="+mn-ea"/>
                          <a:cs typeface="+mn-cs"/>
                        </a:rPr>
                        <a:t>: Review detailed product list</a:t>
                      </a: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rgbClr val="002776"/>
                          </a:solidFill>
                          <a:latin typeface="+mj-lt"/>
                          <a:ea typeface="+mn-ea"/>
                          <a:cs typeface="+mn-cs"/>
                        </a:rPr>
                        <a:t>Demo: Record end product scope</a:t>
                      </a:r>
                    </a:p>
                    <a:p>
                      <a:pPr marL="195263" marR="0" lvl="0" indent="-195263" algn="l" defTabSz="1019175" rtl="0" eaLnBrk="1" fontAlgn="base" latinLnBrk="0" hangingPunct="1">
                        <a:lnSpc>
                          <a:spcPts val="1900"/>
                        </a:lnSpc>
                        <a:spcBef>
                          <a:spcPct val="50000"/>
                        </a:spcBef>
                        <a:spcAft>
                          <a:spcPct val="0"/>
                        </a:spcAft>
                        <a:buClr>
                          <a:schemeClr val="tx2"/>
                        </a:buClr>
                        <a:buSzTx/>
                        <a:buFont typeface="Times" charset="0"/>
                        <a:buChar char="•"/>
                        <a:tabLst>
                          <a:tab pos="7702550" algn="l"/>
                        </a:tabLst>
                        <a:defRPr/>
                      </a:pPr>
                      <a:endParaRPr lang="en-US" sz="1200" kern="1200" dirty="0" smtClean="0">
                        <a:solidFill>
                          <a:schemeClr val="tx2"/>
                        </a:solidFill>
                        <a:latin typeface="+mj-lt"/>
                        <a:ea typeface="+mn-ea"/>
                        <a:cs typeface="+mn-cs"/>
                      </a:endParaRP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bl>
          </a:graphicData>
        </a:graphic>
      </p:graphicFrame>
      <p:sp>
        <p:nvSpPr>
          <p:cNvPr id="25" name="Round Single Corner Rectangle 24"/>
          <p:cNvSpPr/>
          <p:nvPr/>
        </p:nvSpPr>
        <p:spPr>
          <a:xfrm>
            <a:off x="903713" y="2162910"/>
            <a:ext cx="8435165" cy="665019"/>
          </a:xfrm>
          <a:prstGeom prst="round1Rect">
            <a:avLst>
              <a:gd name="adj" fmla="val 0"/>
            </a:avLst>
          </a:prstGeom>
          <a:solidFill>
            <a:schemeClr val="bg1"/>
          </a:solidFill>
          <a:ln w="28575" algn="ctr">
            <a:solidFill>
              <a:schemeClr val="accent2"/>
            </a:solidFill>
            <a:miter lim="800000"/>
            <a:headEnd/>
            <a:tailEnd/>
          </a:ln>
        </p:spPr>
        <p:txBody>
          <a:bodyPr lIns="71956" tIns="91381" rIns="71956" bIns="71956" anchor="t" anchorCtr="0"/>
          <a:lstStyle/>
          <a:p>
            <a:pPr defTabSz="914189">
              <a:lnSpc>
                <a:spcPct val="106000"/>
              </a:lnSpc>
              <a:spcBef>
                <a:spcPct val="30000"/>
              </a:spcBef>
              <a:buClr>
                <a:schemeClr val="tx1"/>
              </a:buClr>
            </a:pPr>
            <a:r>
              <a:rPr lang="en-US" sz="1200" dirty="0" smtClean="0">
                <a:solidFill>
                  <a:srgbClr val="002776"/>
                </a:solidFill>
              </a:rPr>
              <a:t>Objective: Record the end product scope, consisting of metrics such as IndustryPrint processes and sub-processes, and RICEF objects. The details of each of the metrics, where available, are also recorded</a:t>
            </a:r>
            <a:endParaRPr lang="en-US" sz="1200" dirty="0">
              <a:solidFill>
                <a:srgbClr val="002776"/>
              </a:solidFill>
            </a:endParaRPr>
          </a:p>
        </p:txBody>
      </p:sp>
      <p:grpSp>
        <p:nvGrpSpPr>
          <p:cNvPr id="2" name="Group 39"/>
          <p:cNvGrpSpPr/>
          <p:nvPr/>
        </p:nvGrpSpPr>
        <p:grpSpPr>
          <a:xfrm>
            <a:off x="3741248" y="6902147"/>
            <a:ext cx="2868243" cy="696925"/>
            <a:chOff x="2135943" y="5736862"/>
            <a:chExt cx="2868243" cy="696925"/>
          </a:xfrm>
        </p:grpSpPr>
        <p:sp>
          <p:nvSpPr>
            <p:cNvPr id="34" name="AutoShape 23"/>
            <p:cNvSpPr>
              <a:spLocks noChangeArrowheads="1"/>
            </p:cNvSpPr>
            <p:nvPr/>
          </p:nvSpPr>
          <p:spPr bwMode="gray">
            <a:xfrm>
              <a:off x="2135943" y="5738843"/>
              <a:ext cx="1499616" cy="694944"/>
            </a:xfrm>
            <a:prstGeom prst="chevron">
              <a:avLst>
                <a:gd name="adj" fmla="val 32648"/>
              </a:avLst>
            </a:prstGeom>
            <a:solidFill>
              <a:schemeClr val="accent2"/>
            </a:solidFill>
            <a:ln w="28575" algn="ctr">
              <a:noFill/>
              <a:miter lim="800000"/>
              <a:headEnd/>
              <a:tailEnd/>
            </a:ln>
          </p:spPr>
          <p:txBody>
            <a:bodyPr lIns="71989" tIns="91426" rIns="71989" bIns="71989" anchor="ctr" anchorCtr="1"/>
            <a:lstStyle/>
            <a:p>
              <a:pPr algn="ctr" defTabSz="820343">
                <a:lnSpc>
                  <a:spcPct val="106000"/>
                </a:lnSpc>
                <a:spcBef>
                  <a:spcPct val="30000"/>
                </a:spcBef>
                <a:buClr>
                  <a:schemeClr val="tx1"/>
                </a:buClr>
              </a:pPr>
              <a:r>
                <a:rPr lang="en-US" sz="1000" dirty="0" smtClean="0">
                  <a:solidFill>
                    <a:schemeClr val="bg1"/>
                  </a:solidFill>
                </a:rPr>
                <a:t>Step 4.1</a:t>
              </a:r>
              <a:endParaRPr lang="en-US" sz="1000" dirty="0">
                <a:solidFill>
                  <a:schemeClr val="bg1"/>
                </a:solidFill>
              </a:endParaRPr>
            </a:p>
            <a:p>
              <a:pPr algn="ctr" defTabSz="820343">
                <a:lnSpc>
                  <a:spcPct val="106000"/>
                </a:lnSpc>
                <a:spcBef>
                  <a:spcPct val="30000"/>
                </a:spcBef>
                <a:buClr>
                  <a:schemeClr val="tx1"/>
                </a:buClr>
              </a:pPr>
              <a:r>
                <a:rPr lang="en-US" sz="1000" dirty="0" smtClean="0">
                  <a:solidFill>
                    <a:schemeClr val="bg1"/>
                  </a:solidFill>
                </a:rPr>
                <a:t>Record Detailed End Product Scope</a:t>
              </a:r>
            </a:p>
          </p:txBody>
        </p:sp>
        <p:sp>
          <p:nvSpPr>
            <p:cNvPr id="35" name="AutoShape 23"/>
            <p:cNvSpPr>
              <a:spLocks noChangeArrowheads="1"/>
            </p:cNvSpPr>
            <p:nvPr/>
          </p:nvSpPr>
          <p:spPr bwMode="gray">
            <a:xfrm>
              <a:off x="3504570" y="5736862"/>
              <a:ext cx="1499616" cy="694944"/>
            </a:xfrm>
            <a:prstGeom prst="chevron">
              <a:avLst>
                <a:gd name="adj" fmla="val 32648"/>
              </a:avLst>
            </a:prstGeom>
            <a:solidFill>
              <a:schemeClr val="accent2"/>
            </a:solidFill>
            <a:ln w="28575" algn="ctr">
              <a:noFill/>
              <a:miter lim="800000"/>
              <a:headEnd/>
              <a:tailEnd/>
            </a:ln>
          </p:spPr>
          <p:txBody>
            <a:bodyPr lIns="71989" tIns="91426" rIns="71989" bIns="71989" anchor="ctr" anchorCtr="1"/>
            <a:lstStyle/>
            <a:p>
              <a:pPr algn="ctr" defTabSz="820343">
                <a:lnSpc>
                  <a:spcPct val="106000"/>
                </a:lnSpc>
                <a:spcBef>
                  <a:spcPct val="30000"/>
                </a:spcBef>
                <a:buClr>
                  <a:schemeClr val="tx1"/>
                </a:buClr>
              </a:pPr>
              <a:r>
                <a:rPr lang="en-US" sz="1000" dirty="0" smtClean="0">
                  <a:solidFill>
                    <a:schemeClr val="bg1"/>
                  </a:solidFill>
                </a:rPr>
                <a:t>Step 4.2</a:t>
              </a:r>
              <a:endParaRPr lang="en-US" sz="1000" dirty="0">
                <a:solidFill>
                  <a:schemeClr val="bg1"/>
                </a:solidFill>
              </a:endParaRPr>
            </a:p>
            <a:p>
              <a:pPr algn="ctr" defTabSz="820343">
                <a:lnSpc>
                  <a:spcPct val="106000"/>
                </a:lnSpc>
                <a:spcBef>
                  <a:spcPct val="30000"/>
                </a:spcBef>
                <a:buClr>
                  <a:schemeClr val="tx1"/>
                </a:buClr>
              </a:pPr>
              <a:r>
                <a:rPr lang="en-US" sz="1000" dirty="0" smtClean="0">
                  <a:solidFill>
                    <a:schemeClr val="bg1"/>
                  </a:solidFill>
                </a:rPr>
                <a:t>Record End Product Scope</a:t>
              </a:r>
            </a:p>
          </p:txBody>
        </p:sp>
      </p:grpSp>
      <p:sp>
        <p:nvSpPr>
          <p:cNvPr id="19" name="Title 18"/>
          <p:cNvSpPr>
            <a:spLocks noGrp="1"/>
          </p:cNvSpPr>
          <p:nvPr>
            <p:ph type="title"/>
          </p:nvPr>
        </p:nvSpPr>
        <p:spPr>
          <a:xfrm>
            <a:off x="430341" y="400344"/>
            <a:ext cx="9126000" cy="630000"/>
          </a:xfrm>
        </p:spPr>
        <p:txBody>
          <a:bodyPr/>
          <a:lstStyle/>
          <a:p>
            <a:r>
              <a:rPr lang="en-US" dirty="0" smtClean="0"/>
              <a:t>Step 4: Record Product Scope</a:t>
            </a:r>
            <a:endParaRPr lang="en-US" dirty="0"/>
          </a:p>
        </p:txBody>
      </p:sp>
      <p:grpSp>
        <p:nvGrpSpPr>
          <p:cNvPr id="10" name="Group 9"/>
          <p:cNvGrpSpPr/>
          <p:nvPr/>
        </p:nvGrpSpPr>
        <p:grpSpPr>
          <a:xfrm>
            <a:off x="191068" y="940303"/>
            <a:ext cx="9796991" cy="742272"/>
            <a:chOff x="68510" y="1560285"/>
            <a:chExt cx="9050776" cy="742272"/>
          </a:xfrm>
        </p:grpSpPr>
        <p:sp>
          <p:nvSpPr>
            <p:cNvPr id="11" name="AutoShape 23"/>
            <p:cNvSpPr>
              <a:spLocks noChangeArrowheads="1"/>
            </p:cNvSpPr>
            <p:nvPr/>
          </p:nvSpPr>
          <p:spPr bwMode="gray">
            <a:xfrm>
              <a:off x="950390" y="1561003"/>
              <a:ext cx="1068533" cy="740837"/>
            </a:xfrm>
            <a:prstGeom prst="chevron">
              <a:avLst>
                <a:gd name="adj" fmla="val 32648"/>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1</a:t>
              </a:r>
            </a:p>
            <a:p>
              <a:pPr algn="ctr" defTabSz="820474">
                <a:lnSpc>
                  <a:spcPct val="106000"/>
                </a:lnSpc>
                <a:spcBef>
                  <a:spcPct val="30000"/>
                </a:spcBef>
                <a:buClr>
                  <a:srgbClr val="000000"/>
                </a:buClr>
              </a:pPr>
              <a:r>
                <a:rPr lang="en-US" sz="800" dirty="0">
                  <a:solidFill>
                    <a:schemeClr val="bg1"/>
                  </a:solidFill>
                </a:rPr>
                <a:t>Set Up</a:t>
              </a:r>
            </a:p>
            <a:p>
              <a:pPr algn="ctr" defTabSz="820474">
                <a:lnSpc>
                  <a:spcPct val="106000"/>
                </a:lnSpc>
                <a:spcBef>
                  <a:spcPct val="30000"/>
                </a:spcBef>
                <a:buClr>
                  <a:srgbClr val="000000"/>
                </a:buClr>
              </a:pPr>
              <a:r>
                <a:rPr lang="en-US" sz="800" dirty="0">
                  <a:solidFill>
                    <a:schemeClr val="bg1"/>
                  </a:solidFill>
                </a:rPr>
                <a:t>Project</a:t>
              </a:r>
            </a:p>
          </p:txBody>
        </p:sp>
        <p:sp>
          <p:nvSpPr>
            <p:cNvPr id="12" name="AutoShape 25"/>
            <p:cNvSpPr>
              <a:spLocks noChangeArrowheads="1"/>
            </p:cNvSpPr>
            <p:nvPr/>
          </p:nvSpPr>
          <p:spPr bwMode="gray">
            <a:xfrm>
              <a:off x="3694200" y="1560644"/>
              <a:ext cx="1059725" cy="741554"/>
            </a:xfrm>
            <a:prstGeom prst="chevron">
              <a:avLst>
                <a:gd name="adj" fmla="val 32379"/>
              </a:avLst>
            </a:prstGeom>
            <a:solidFill>
              <a:srgbClr val="92D400"/>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b="1" dirty="0">
                  <a:solidFill>
                    <a:schemeClr val="bg1"/>
                  </a:solidFill>
                </a:rPr>
                <a:t>4</a:t>
              </a:r>
            </a:p>
            <a:p>
              <a:pPr algn="ctr" defTabSz="820474">
                <a:lnSpc>
                  <a:spcPct val="106000"/>
                </a:lnSpc>
                <a:spcBef>
                  <a:spcPct val="30000"/>
                </a:spcBef>
                <a:buClr>
                  <a:srgbClr val="000000"/>
                </a:buClr>
              </a:pPr>
              <a:r>
                <a:rPr lang="en-US" sz="800" b="1" dirty="0">
                  <a:solidFill>
                    <a:schemeClr val="bg1"/>
                  </a:solidFill>
                </a:rPr>
                <a:t>Record Product Scope</a:t>
              </a:r>
            </a:p>
          </p:txBody>
        </p:sp>
        <p:sp>
          <p:nvSpPr>
            <p:cNvPr id="13" name="AutoShape 26"/>
            <p:cNvSpPr>
              <a:spLocks noChangeArrowheads="1"/>
            </p:cNvSpPr>
            <p:nvPr/>
          </p:nvSpPr>
          <p:spPr bwMode="gray">
            <a:xfrm>
              <a:off x="4567272"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5</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Define Project </a:t>
              </a:r>
              <a:r>
                <a:rPr lang="en-US" sz="800" dirty="0" smtClean="0">
                  <a:solidFill>
                    <a:schemeClr val="bg1"/>
                  </a:solidFill>
                  <a:cs typeface="Arial" charset="0"/>
                </a:rPr>
                <a:t>Resources</a:t>
              </a:r>
              <a:endParaRPr lang="en-US" sz="800" dirty="0">
                <a:solidFill>
                  <a:schemeClr val="bg1"/>
                </a:solidFill>
                <a:cs typeface="Arial" charset="0"/>
              </a:endParaRPr>
            </a:p>
          </p:txBody>
        </p:sp>
        <p:sp>
          <p:nvSpPr>
            <p:cNvPr id="14" name="AutoShape 27"/>
            <p:cNvSpPr>
              <a:spLocks noChangeArrowheads="1"/>
            </p:cNvSpPr>
            <p:nvPr/>
          </p:nvSpPr>
          <p:spPr bwMode="gray">
            <a:xfrm>
              <a:off x="5440344"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6</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Review </a:t>
              </a:r>
              <a:r>
                <a:rPr lang="en-US" sz="800" dirty="0" smtClean="0">
                  <a:solidFill>
                    <a:schemeClr val="bg1"/>
                  </a:solidFill>
                  <a:cs typeface="Arial" charset="0"/>
                </a:rPr>
                <a:t>Effort and Costs</a:t>
              </a:r>
              <a:endParaRPr lang="en-US" sz="800" dirty="0">
                <a:solidFill>
                  <a:schemeClr val="bg1"/>
                </a:solidFill>
                <a:cs typeface="Arial" charset="0"/>
              </a:endParaRPr>
            </a:p>
          </p:txBody>
        </p:sp>
        <p:sp>
          <p:nvSpPr>
            <p:cNvPr id="15" name="AutoShape 28"/>
            <p:cNvSpPr>
              <a:spLocks noChangeArrowheads="1"/>
            </p:cNvSpPr>
            <p:nvPr/>
          </p:nvSpPr>
          <p:spPr bwMode="gray">
            <a:xfrm>
              <a:off x="6313416"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7</a:t>
              </a: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Complete Staffing Model</a:t>
              </a:r>
              <a:endParaRPr lang="en-US" sz="800" dirty="0">
                <a:solidFill>
                  <a:schemeClr val="bg1"/>
                </a:solidFill>
                <a:cs typeface="Arial" charset="0"/>
              </a:endParaRPr>
            </a:p>
          </p:txBody>
        </p:sp>
        <p:sp>
          <p:nvSpPr>
            <p:cNvPr id="16" name="AutoShape 27"/>
            <p:cNvSpPr>
              <a:spLocks noChangeArrowheads="1"/>
            </p:cNvSpPr>
            <p:nvPr/>
          </p:nvSpPr>
          <p:spPr bwMode="gray">
            <a:xfrm>
              <a:off x="7186488"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8</a:t>
              </a: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Complete Pricing Model </a:t>
              </a:r>
              <a:endParaRPr lang="en-US" sz="800" dirty="0">
                <a:solidFill>
                  <a:schemeClr val="bg1"/>
                </a:solidFill>
                <a:cs typeface="Arial" charset="0"/>
              </a:endParaRPr>
            </a:p>
          </p:txBody>
        </p:sp>
        <p:sp>
          <p:nvSpPr>
            <p:cNvPr id="17" name="AutoShape 24"/>
            <p:cNvSpPr>
              <a:spLocks noChangeArrowheads="1"/>
            </p:cNvSpPr>
            <p:nvPr/>
          </p:nvSpPr>
          <p:spPr bwMode="gray">
            <a:xfrm>
              <a:off x="1832270" y="1560285"/>
              <a:ext cx="1117618" cy="742272"/>
            </a:xfrm>
            <a:prstGeom prst="chevron">
              <a:avLst>
                <a:gd name="adj" fmla="val 32338"/>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2</a:t>
              </a:r>
            </a:p>
            <a:p>
              <a:pPr algn="ctr" defTabSz="820474">
                <a:lnSpc>
                  <a:spcPct val="106000"/>
                </a:lnSpc>
                <a:spcBef>
                  <a:spcPct val="30000"/>
                </a:spcBef>
                <a:buClr>
                  <a:srgbClr val="000000"/>
                </a:buClr>
              </a:pPr>
              <a:r>
                <a:rPr lang="en-US" sz="800" dirty="0">
                  <a:solidFill>
                    <a:schemeClr val="bg1"/>
                  </a:solidFill>
                </a:rPr>
                <a:t>Record Method Scope</a:t>
              </a:r>
            </a:p>
          </p:txBody>
        </p:sp>
        <p:sp>
          <p:nvSpPr>
            <p:cNvPr id="18" name="AutoShape 24"/>
            <p:cNvSpPr>
              <a:spLocks noChangeArrowheads="1"/>
            </p:cNvSpPr>
            <p:nvPr/>
          </p:nvSpPr>
          <p:spPr bwMode="gray">
            <a:xfrm>
              <a:off x="2763235" y="1560285"/>
              <a:ext cx="1117618" cy="742272"/>
            </a:xfrm>
            <a:prstGeom prst="chevron">
              <a:avLst>
                <a:gd name="adj" fmla="val 32338"/>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3</a:t>
              </a:r>
            </a:p>
            <a:p>
              <a:pPr algn="ctr" defTabSz="820474">
                <a:lnSpc>
                  <a:spcPct val="106000"/>
                </a:lnSpc>
                <a:spcBef>
                  <a:spcPct val="30000"/>
                </a:spcBef>
                <a:buClr>
                  <a:srgbClr val="000000"/>
                </a:buClr>
              </a:pPr>
              <a:r>
                <a:rPr lang="en-US" sz="800" dirty="0">
                  <a:solidFill>
                    <a:schemeClr val="bg1"/>
                  </a:solidFill>
                </a:rPr>
                <a:t>Define </a:t>
              </a:r>
              <a:r>
                <a:rPr lang="en-US" sz="800" dirty="0">
                  <a:solidFill>
                    <a:schemeClr val="bg1"/>
                  </a:solidFill>
                </a:rPr>
                <a:t>Schedule</a:t>
              </a:r>
              <a:r>
                <a:rPr lang="en-US" sz="800" dirty="0">
                  <a:solidFill>
                    <a:schemeClr val="bg1"/>
                  </a:solidFill>
                </a:rPr>
                <a:t/>
              </a:r>
              <a:br>
                <a:rPr lang="en-US" sz="800" dirty="0">
                  <a:solidFill>
                    <a:schemeClr val="bg1"/>
                  </a:solidFill>
                </a:rPr>
              </a:br>
              <a:endParaRPr lang="en-US" sz="800" dirty="0">
                <a:solidFill>
                  <a:schemeClr val="bg1"/>
                </a:solidFill>
              </a:endParaRPr>
            </a:p>
          </p:txBody>
        </p:sp>
        <p:sp>
          <p:nvSpPr>
            <p:cNvPr id="21" name="AutoShape 27"/>
            <p:cNvSpPr>
              <a:spLocks noChangeArrowheads="1"/>
            </p:cNvSpPr>
            <p:nvPr/>
          </p:nvSpPr>
          <p:spPr bwMode="gray">
            <a:xfrm>
              <a:off x="8059561"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9</a:t>
              </a:r>
              <a:endParaRPr lang="en-US" sz="800" dirty="0">
                <a:solidFill>
                  <a:schemeClr val="bg1"/>
                </a:solidFill>
                <a:cs typeface="Arial" charset="0"/>
              </a:endParaRP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Generate Summary / Work Plan</a:t>
              </a:r>
              <a:endParaRPr lang="en-US" sz="800" dirty="0">
                <a:solidFill>
                  <a:schemeClr val="bg1"/>
                </a:solidFill>
                <a:cs typeface="Arial" charset="0"/>
              </a:endParaRPr>
            </a:p>
          </p:txBody>
        </p:sp>
        <p:sp>
          <p:nvSpPr>
            <p:cNvPr id="23" name="AutoShape 23"/>
            <p:cNvSpPr>
              <a:spLocks noChangeArrowheads="1"/>
            </p:cNvSpPr>
            <p:nvPr/>
          </p:nvSpPr>
          <p:spPr bwMode="gray">
            <a:xfrm>
              <a:off x="68510" y="1561003"/>
              <a:ext cx="1068533" cy="740837"/>
            </a:xfrm>
            <a:prstGeom prst="chevron">
              <a:avLst>
                <a:gd name="adj" fmla="val 32648"/>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0</a:t>
              </a:r>
              <a:endParaRPr lang="en-US" sz="800" dirty="0">
                <a:solidFill>
                  <a:schemeClr val="bg1"/>
                </a:solidFill>
                <a:cs typeface="Arial" charset="0"/>
              </a:endParaRP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PE&amp;PS Prep</a:t>
              </a:r>
              <a:endParaRPr lang="en-US" sz="800" dirty="0">
                <a:solidFill>
                  <a:schemeClr val="bg1"/>
                </a:solidFill>
                <a:cs typeface="Arial" charset="0"/>
              </a:endParaRPr>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E7F8F02A-A47B-4811-9890-B5988FAA4055}" type="slidenum">
              <a:rPr lang="en-US" smtClean="0"/>
              <a:pPr>
                <a:defRPr/>
              </a:pPr>
              <a:t>15</a:t>
            </a:fld>
            <a:endParaRPr lang="en-US" dirty="0"/>
          </a:p>
        </p:txBody>
      </p:sp>
      <p:graphicFrame>
        <p:nvGraphicFramePr>
          <p:cNvPr id="22" name="Group 28"/>
          <p:cNvGraphicFramePr>
            <a:graphicFrameLocks noGrp="1"/>
          </p:cNvGraphicFramePr>
          <p:nvPr>
            <p:extLst>
              <p:ext uri="{D42A27DB-BD31-4B8C-83A1-F6EECF244321}">
                <p14:modId xmlns:p14="http://schemas.microsoft.com/office/powerpoint/2010/main" val="2338006452"/>
              </p:ext>
            </p:extLst>
          </p:nvPr>
        </p:nvGraphicFramePr>
        <p:xfrm>
          <a:off x="1092486" y="3056020"/>
          <a:ext cx="8075227" cy="3491900"/>
        </p:xfrm>
        <a:graphic>
          <a:graphicData uri="http://schemas.openxmlformats.org/drawingml/2006/table">
            <a:tbl>
              <a:tblPr/>
              <a:tblGrid>
                <a:gridCol w="2106064"/>
                <a:gridCol w="5969163"/>
              </a:tblGrid>
              <a:tr h="670529">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pPr>
                      <a:r>
                        <a:rPr kumimoji="0" lang="en-US" sz="1200" b="1" i="0" u="none" strike="noStrike" cap="none" normalizeH="0" baseline="0" dirty="0" smtClean="0">
                          <a:ln>
                            <a:noFill/>
                          </a:ln>
                          <a:solidFill>
                            <a:schemeClr val="accent1"/>
                          </a:solidFill>
                          <a:effectLst/>
                          <a:latin typeface="+mj-lt"/>
                          <a:cs typeface="Arial" charset="0"/>
                        </a:rPr>
                        <a:t>Description</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The estimator determines for  each variable role what percentage will be supplied by the client and what percentage will be supplied by </a:t>
                      </a:r>
                      <a:r>
                        <a:rPr lang="en-US" sz="1200" kern="1200" dirty="0" smtClean="0">
                          <a:solidFill>
                            <a:schemeClr val="tx2"/>
                          </a:solidFill>
                          <a:latin typeface="+mj-lt"/>
                          <a:ea typeface="+mn-ea"/>
                          <a:cs typeface="+mn-cs"/>
                        </a:rPr>
                        <a:t>Deloitte</a:t>
                      </a:r>
                      <a:endParaRPr lang="en-US" sz="1200" kern="1200" dirty="0" smtClean="0">
                        <a:solidFill>
                          <a:schemeClr val="tx2"/>
                        </a:solidFill>
                        <a:latin typeface="+mj-lt"/>
                        <a:ea typeface="+mn-ea"/>
                        <a:cs typeface="+mn-cs"/>
                      </a:endParaRP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The estimator also adds headcounts for fixed roles for each phase</a:t>
                      </a: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r h="1297419">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defRPr/>
                      </a:pPr>
                      <a:r>
                        <a:rPr kumimoji="0" lang="en-US" sz="1200" b="1" i="0" u="none" strike="noStrike" cap="none" normalizeH="0" baseline="0" dirty="0" smtClean="0">
                          <a:ln>
                            <a:noFill/>
                          </a:ln>
                          <a:solidFill>
                            <a:schemeClr val="accent1"/>
                          </a:solidFill>
                          <a:effectLst/>
                          <a:latin typeface="+mj-lt"/>
                          <a:cs typeface="Arial" charset="0"/>
                        </a:rPr>
                        <a:t>Prerequisite Information</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Project Organizational structure </a:t>
                      </a: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How </a:t>
                      </a:r>
                      <a:r>
                        <a:rPr lang="en-US" sz="1200" kern="1200" dirty="0" smtClean="0">
                          <a:solidFill>
                            <a:schemeClr val="tx2"/>
                          </a:solidFill>
                          <a:latin typeface="+mj-lt"/>
                          <a:ea typeface="+mn-ea"/>
                          <a:cs typeface="+mn-cs"/>
                        </a:rPr>
                        <a:t>many fixed resources will we need?</a:t>
                      </a: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How</a:t>
                      </a:r>
                      <a:r>
                        <a:rPr lang="en-US" sz="1200" kern="1200" baseline="0" dirty="0" smtClean="0">
                          <a:solidFill>
                            <a:schemeClr val="tx2"/>
                          </a:solidFill>
                          <a:latin typeface="+mj-lt"/>
                          <a:ea typeface="+mn-ea"/>
                          <a:cs typeface="+mn-cs"/>
                        </a:rPr>
                        <a:t> many client resources will be available?</a:t>
                      </a: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j-lt"/>
                          <a:ea typeface="+mn-ea"/>
                          <a:cs typeface="+mn-cs"/>
                        </a:rPr>
                        <a:t>How will our project rollout strategy impact our resources needs?</a:t>
                      </a: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j-lt"/>
                          <a:ea typeface="+mn-ea"/>
                          <a:cs typeface="+mn-cs"/>
                        </a:rPr>
                        <a:t>How many resource do I need for phases that are not estimated, such as Planning phase</a:t>
                      </a: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r h="1151370">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defRPr/>
                      </a:pPr>
                      <a:r>
                        <a:rPr lang="en-US" sz="1200" b="1" kern="1200" baseline="0" dirty="0" smtClean="0">
                          <a:solidFill>
                            <a:schemeClr val="tx2"/>
                          </a:solidFill>
                          <a:latin typeface="+mj-lt"/>
                          <a:ea typeface="+mn-ea"/>
                          <a:cs typeface="+mn-cs"/>
                        </a:rPr>
                        <a:t>Other Resources</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j-lt"/>
                          <a:ea typeface="+mn-ea"/>
                          <a:cs typeface="+mn-cs"/>
                        </a:rPr>
                        <a:t>Demo</a:t>
                      </a:r>
                      <a:r>
                        <a:rPr lang="en-US" sz="1200" kern="1200" baseline="0" dirty="0" smtClean="0">
                          <a:solidFill>
                            <a:schemeClr val="tx2"/>
                          </a:solidFill>
                          <a:latin typeface="+mj-lt"/>
                          <a:ea typeface="+mn-ea"/>
                          <a:cs typeface="+mn-cs"/>
                        </a:rPr>
                        <a:t>: Review team types</a:t>
                      </a: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j-lt"/>
                          <a:ea typeface="+mn-ea"/>
                          <a:cs typeface="+mn-cs"/>
                        </a:rPr>
                        <a:t>Demo: Review roles</a:t>
                      </a: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j-lt"/>
                          <a:ea typeface="+mn-ea"/>
                          <a:cs typeface="+mn-cs"/>
                        </a:rPr>
                        <a:t>Demo: Define Deloitte / client allocation (variable roles)</a:t>
                      </a: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n-lt"/>
                          <a:ea typeface="+mn-ea"/>
                          <a:cs typeface="+mn-cs"/>
                        </a:rPr>
                        <a:t>Demo: Define Deloitte / client allocation (fixed roles)</a:t>
                      </a: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bl>
          </a:graphicData>
        </a:graphic>
      </p:graphicFrame>
      <p:sp>
        <p:nvSpPr>
          <p:cNvPr id="25" name="Round Single Corner Rectangle 24"/>
          <p:cNvSpPr/>
          <p:nvPr/>
        </p:nvSpPr>
        <p:spPr>
          <a:xfrm>
            <a:off x="1158540" y="2177902"/>
            <a:ext cx="8027720" cy="731556"/>
          </a:xfrm>
          <a:prstGeom prst="round1Rect">
            <a:avLst>
              <a:gd name="adj" fmla="val 0"/>
            </a:avLst>
          </a:prstGeom>
          <a:solidFill>
            <a:schemeClr val="bg1"/>
          </a:solidFill>
          <a:ln w="28575" algn="ctr">
            <a:solidFill>
              <a:schemeClr val="accent2"/>
            </a:solidFill>
            <a:miter lim="800000"/>
            <a:headEnd/>
            <a:tailEnd/>
          </a:ln>
        </p:spPr>
        <p:txBody>
          <a:bodyPr lIns="71956" tIns="91381" rIns="71956" bIns="71956" anchor="t" anchorCtr="0"/>
          <a:lstStyle/>
          <a:p>
            <a:pPr defTabSz="820343">
              <a:lnSpc>
                <a:spcPct val="106000"/>
              </a:lnSpc>
              <a:spcBef>
                <a:spcPct val="30000"/>
              </a:spcBef>
              <a:buClr>
                <a:schemeClr val="tx1"/>
              </a:buClr>
            </a:pPr>
            <a:r>
              <a:rPr lang="en-US" sz="1200" dirty="0" smtClean="0">
                <a:solidFill>
                  <a:schemeClr val="tx2"/>
                </a:solidFill>
              </a:rPr>
              <a:t>Objective: To review role allocation for Deloitte and client for Variable roles and to add any fixed roles to the estimate.</a:t>
            </a:r>
            <a:endParaRPr lang="en-US" sz="1200" dirty="0">
              <a:solidFill>
                <a:schemeClr val="tx2"/>
              </a:solidFill>
            </a:endParaRPr>
          </a:p>
        </p:txBody>
      </p:sp>
      <p:sp>
        <p:nvSpPr>
          <p:cNvPr id="19" name="Title 18"/>
          <p:cNvSpPr>
            <a:spLocks noGrp="1"/>
          </p:cNvSpPr>
          <p:nvPr>
            <p:ph type="title"/>
          </p:nvPr>
        </p:nvSpPr>
        <p:spPr>
          <a:xfrm>
            <a:off x="430341" y="400344"/>
            <a:ext cx="9126000" cy="630000"/>
          </a:xfrm>
        </p:spPr>
        <p:txBody>
          <a:bodyPr/>
          <a:lstStyle/>
          <a:p>
            <a:r>
              <a:rPr lang="en-US" dirty="0" smtClean="0"/>
              <a:t>Step 5: Define Project Resources</a:t>
            </a:r>
            <a:br>
              <a:rPr lang="en-US" dirty="0" smtClean="0"/>
            </a:br>
            <a:endParaRPr lang="en-US" dirty="0"/>
          </a:p>
        </p:txBody>
      </p:sp>
      <p:grpSp>
        <p:nvGrpSpPr>
          <p:cNvPr id="2" name="Group 22"/>
          <p:cNvGrpSpPr/>
          <p:nvPr/>
        </p:nvGrpSpPr>
        <p:grpSpPr>
          <a:xfrm>
            <a:off x="3092041" y="6668964"/>
            <a:ext cx="4144024" cy="696994"/>
            <a:chOff x="3105448" y="6541357"/>
            <a:chExt cx="4144024" cy="696994"/>
          </a:xfrm>
        </p:grpSpPr>
        <p:sp>
          <p:nvSpPr>
            <p:cNvPr id="34" name="AutoShape 23"/>
            <p:cNvSpPr>
              <a:spLocks noChangeArrowheads="1"/>
            </p:cNvSpPr>
            <p:nvPr/>
          </p:nvSpPr>
          <p:spPr bwMode="gray">
            <a:xfrm>
              <a:off x="3105448" y="6541357"/>
              <a:ext cx="1472541" cy="696994"/>
            </a:xfrm>
            <a:prstGeom prst="chevron">
              <a:avLst>
                <a:gd name="adj" fmla="val 32648"/>
              </a:avLst>
            </a:prstGeom>
            <a:solidFill>
              <a:schemeClr val="accent2"/>
            </a:solidFill>
            <a:ln w="28575" algn="ctr">
              <a:noFill/>
              <a:miter lim="800000"/>
              <a:headEnd/>
              <a:tailEnd/>
            </a:ln>
          </p:spPr>
          <p:txBody>
            <a:bodyPr lIns="71989" tIns="91426" rIns="71989" bIns="71989" anchor="ctr" anchorCtr="1"/>
            <a:lstStyle/>
            <a:p>
              <a:pPr algn="ctr" defTabSz="820343">
                <a:lnSpc>
                  <a:spcPct val="106000"/>
                </a:lnSpc>
                <a:spcBef>
                  <a:spcPct val="30000"/>
                </a:spcBef>
                <a:buClr>
                  <a:schemeClr val="tx1"/>
                </a:buClr>
              </a:pPr>
              <a:r>
                <a:rPr lang="en-US" sz="1000" dirty="0" smtClean="0">
                  <a:solidFill>
                    <a:schemeClr val="bg1"/>
                  </a:solidFill>
                </a:rPr>
                <a:t>Step 5.1</a:t>
              </a:r>
              <a:endParaRPr lang="en-US" sz="1000" dirty="0">
                <a:solidFill>
                  <a:schemeClr val="bg1"/>
                </a:solidFill>
              </a:endParaRPr>
            </a:p>
            <a:p>
              <a:pPr algn="ctr" defTabSz="820343">
                <a:lnSpc>
                  <a:spcPct val="106000"/>
                </a:lnSpc>
                <a:spcBef>
                  <a:spcPct val="30000"/>
                </a:spcBef>
                <a:buClr>
                  <a:schemeClr val="tx1"/>
                </a:buClr>
              </a:pPr>
              <a:r>
                <a:rPr lang="en-US" sz="1000" dirty="0" smtClean="0">
                  <a:solidFill>
                    <a:schemeClr val="bg1"/>
                  </a:solidFill>
                </a:rPr>
                <a:t>Team Types</a:t>
              </a:r>
              <a:endParaRPr lang="en-US" sz="1000" dirty="0">
                <a:solidFill>
                  <a:schemeClr val="bg1"/>
                </a:solidFill>
              </a:endParaRPr>
            </a:p>
          </p:txBody>
        </p:sp>
        <p:sp>
          <p:nvSpPr>
            <p:cNvPr id="20" name="AutoShape 23"/>
            <p:cNvSpPr>
              <a:spLocks noChangeArrowheads="1"/>
            </p:cNvSpPr>
            <p:nvPr/>
          </p:nvSpPr>
          <p:spPr bwMode="gray">
            <a:xfrm>
              <a:off x="4441190" y="6541357"/>
              <a:ext cx="1472541" cy="696994"/>
            </a:xfrm>
            <a:prstGeom prst="chevron">
              <a:avLst>
                <a:gd name="adj" fmla="val 32648"/>
              </a:avLst>
            </a:prstGeom>
            <a:solidFill>
              <a:schemeClr val="accent2"/>
            </a:solidFill>
            <a:ln w="28575" algn="ctr">
              <a:noFill/>
              <a:miter lim="800000"/>
              <a:headEnd/>
              <a:tailEnd/>
            </a:ln>
          </p:spPr>
          <p:txBody>
            <a:bodyPr lIns="71989" tIns="91426" rIns="71989" bIns="71989" anchor="ctr" anchorCtr="1"/>
            <a:lstStyle/>
            <a:p>
              <a:pPr algn="ctr" defTabSz="820343">
                <a:lnSpc>
                  <a:spcPct val="106000"/>
                </a:lnSpc>
                <a:spcBef>
                  <a:spcPct val="30000"/>
                </a:spcBef>
                <a:buClr>
                  <a:schemeClr val="tx1"/>
                </a:buClr>
              </a:pPr>
              <a:r>
                <a:rPr lang="en-US" sz="1000" dirty="0" smtClean="0">
                  <a:solidFill>
                    <a:schemeClr val="bg1"/>
                  </a:solidFill>
                </a:rPr>
                <a:t>Step 5.2</a:t>
              </a:r>
              <a:endParaRPr lang="en-US" sz="1000" dirty="0">
                <a:solidFill>
                  <a:schemeClr val="bg1"/>
                </a:solidFill>
              </a:endParaRPr>
            </a:p>
            <a:p>
              <a:pPr algn="ctr" defTabSz="820343">
                <a:lnSpc>
                  <a:spcPct val="106000"/>
                </a:lnSpc>
                <a:spcBef>
                  <a:spcPct val="30000"/>
                </a:spcBef>
                <a:buClr>
                  <a:schemeClr val="tx1"/>
                </a:buClr>
              </a:pPr>
              <a:r>
                <a:rPr lang="en-US" sz="1000" dirty="0" smtClean="0">
                  <a:solidFill>
                    <a:schemeClr val="bg1"/>
                  </a:solidFill>
                </a:rPr>
                <a:t>Roles</a:t>
              </a:r>
              <a:endParaRPr lang="en-US" sz="1000" dirty="0">
                <a:solidFill>
                  <a:schemeClr val="bg1"/>
                </a:solidFill>
              </a:endParaRPr>
            </a:p>
          </p:txBody>
        </p:sp>
        <p:sp>
          <p:nvSpPr>
            <p:cNvPr id="21" name="AutoShape 23"/>
            <p:cNvSpPr>
              <a:spLocks noChangeArrowheads="1"/>
            </p:cNvSpPr>
            <p:nvPr/>
          </p:nvSpPr>
          <p:spPr bwMode="gray">
            <a:xfrm>
              <a:off x="5776931" y="6541357"/>
              <a:ext cx="1472541" cy="696994"/>
            </a:xfrm>
            <a:prstGeom prst="chevron">
              <a:avLst>
                <a:gd name="adj" fmla="val 32648"/>
              </a:avLst>
            </a:prstGeom>
            <a:solidFill>
              <a:schemeClr val="accent2"/>
            </a:solidFill>
            <a:ln w="28575" algn="ctr">
              <a:noFill/>
              <a:miter lim="800000"/>
              <a:headEnd/>
              <a:tailEnd/>
            </a:ln>
          </p:spPr>
          <p:txBody>
            <a:bodyPr lIns="71989" tIns="91426" rIns="71989" bIns="71989" anchor="ctr" anchorCtr="1"/>
            <a:lstStyle/>
            <a:p>
              <a:pPr algn="ctr" defTabSz="820343">
                <a:lnSpc>
                  <a:spcPct val="106000"/>
                </a:lnSpc>
                <a:spcBef>
                  <a:spcPct val="30000"/>
                </a:spcBef>
                <a:buClr>
                  <a:schemeClr val="tx1"/>
                </a:buClr>
              </a:pPr>
              <a:r>
                <a:rPr lang="en-US" sz="1000" dirty="0" smtClean="0">
                  <a:solidFill>
                    <a:schemeClr val="bg1"/>
                  </a:solidFill>
                </a:rPr>
                <a:t>Step 5.3</a:t>
              </a:r>
              <a:endParaRPr lang="en-US" sz="1000" dirty="0">
                <a:solidFill>
                  <a:schemeClr val="bg1"/>
                </a:solidFill>
              </a:endParaRPr>
            </a:p>
            <a:p>
              <a:pPr algn="ctr" defTabSz="820343">
                <a:lnSpc>
                  <a:spcPct val="106000"/>
                </a:lnSpc>
                <a:spcBef>
                  <a:spcPct val="30000"/>
                </a:spcBef>
                <a:buClr>
                  <a:schemeClr val="tx1"/>
                </a:buClr>
              </a:pPr>
              <a:r>
                <a:rPr lang="en-US" sz="1000" dirty="0" smtClean="0">
                  <a:solidFill>
                    <a:schemeClr val="bg1"/>
                  </a:solidFill>
                </a:rPr>
                <a:t>Deloitte/Client Allocation</a:t>
              </a:r>
              <a:endParaRPr lang="en-US" sz="1000" dirty="0">
                <a:solidFill>
                  <a:schemeClr val="bg1"/>
                </a:solidFill>
              </a:endParaRPr>
            </a:p>
          </p:txBody>
        </p:sp>
      </p:grpSp>
      <p:grpSp>
        <p:nvGrpSpPr>
          <p:cNvPr id="11" name="Group 10"/>
          <p:cNvGrpSpPr/>
          <p:nvPr/>
        </p:nvGrpSpPr>
        <p:grpSpPr>
          <a:xfrm>
            <a:off x="191068" y="940303"/>
            <a:ext cx="9796991" cy="742272"/>
            <a:chOff x="68510" y="1560285"/>
            <a:chExt cx="9050776" cy="742272"/>
          </a:xfrm>
        </p:grpSpPr>
        <p:sp>
          <p:nvSpPr>
            <p:cNvPr id="12" name="AutoShape 23"/>
            <p:cNvSpPr>
              <a:spLocks noChangeArrowheads="1"/>
            </p:cNvSpPr>
            <p:nvPr/>
          </p:nvSpPr>
          <p:spPr bwMode="gray">
            <a:xfrm>
              <a:off x="950390" y="1561003"/>
              <a:ext cx="1068533" cy="740837"/>
            </a:xfrm>
            <a:prstGeom prst="chevron">
              <a:avLst>
                <a:gd name="adj" fmla="val 32648"/>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1</a:t>
              </a:r>
            </a:p>
            <a:p>
              <a:pPr algn="ctr" defTabSz="820474">
                <a:lnSpc>
                  <a:spcPct val="106000"/>
                </a:lnSpc>
                <a:spcBef>
                  <a:spcPct val="30000"/>
                </a:spcBef>
                <a:buClr>
                  <a:srgbClr val="000000"/>
                </a:buClr>
              </a:pPr>
              <a:r>
                <a:rPr lang="en-US" sz="800" dirty="0">
                  <a:solidFill>
                    <a:schemeClr val="bg1"/>
                  </a:solidFill>
                </a:rPr>
                <a:t>Set Up</a:t>
              </a:r>
            </a:p>
            <a:p>
              <a:pPr algn="ctr" defTabSz="820474">
                <a:lnSpc>
                  <a:spcPct val="106000"/>
                </a:lnSpc>
                <a:spcBef>
                  <a:spcPct val="30000"/>
                </a:spcBef>
                <a:buClr>
                  <a:srgbClr val="000000"/>
                </a:buClr>
              </a:pPr>
              <a:r>
                <a:rPr lang="en-US" sz="800" dirty="0">
                  <a:solidFill>
                    <a:schemeClr val="bg1"/>
                  </a:solidFill>
                </a:rPr>
                <a:t>Project</a:t>
              </a:r>
            </a:p>
          </p:txBody>
        </p:sp>
        <p:sp>
          <p:nvSpPr>
            <p:cNvPr id="13" name="AutoShape 25"/>
            <p:cNvSpPr>
              <a:spLocks noChangeArrowheads="1"/>
            </p:cNvSpPr>
            <p:nvPr/>
          </p:nvSpPr>
          <p:spPr bwMode="gray">
            <a:xfrm>
              <a:off x="3694200" y="1560644"/>
              <a:ext cx="1059725" cy="741554"/>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4</a:t>
              </a:r>
            </a:p>
            <a:p>
              <a:pPr algn="ctr" defTabSz="820474">
                <a:lnSpc>
                  <a:spcPct val="106000"/>
                </a:lnSpc>
                <a:spcBef>
                  <a:spcPct val="30000"/>
                </a:spcBef>
                <a:buClr>
                  <a:srgbClr val="000000"/>
                </a:buClr>
              </a:pPr>
              <a:r>
                <a:rPr lang="en-US" sz="800" dirty="0">
                  <a:solidFill>
                    <a:schemeClr val="bg1"/>
                  </a:solidFill>
                </a:rPr>
                <a:t>Record Product Scope</a:t>
              </a:r>
            </a:p>
          </p:txBody>
        </p:sp>
        <p:sp>
          <p:nvSpPr>
            <p:cNvPr id="14" name="AutoShape 26"/>
            <p:cNvSpPr>
              <a:spLocks noChangeArrowheads="1"/>
            </p:cNvSpPr>
            <p:nvPr/>
          </p:nvSpPr>
          <p:spPr bwMode="gray">
            <a:xfrm>
              <a:off x="4567272" y="1561003"/>
              <a:ext cx="1059725" cy="740837"/>
            </a:xfrm>
            <a:prstGeom prst="chevron">
              <a:avLst>
                <a:gd name="adj" fmla="val 32379"/>
              </a:avLst>
            </a:prstGeom>
            <a:solidFill>
              <a:srgbClr val="92D400"/>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b="1" dirty="0">
                  <a:solidFill>
                    <a:schemeClr val="bg1"/>
                  </a:solidFill>
                </a:rPr>
                <a:t>5</a:t>
              </a:r>
            </a:p>
            <a:p>
              <a:pPr algn="ctr" defTabSz="820474">
                <a:lnSpc>
                  <a:spcPct val="106000"/>
                </a:lnSpc>
                <a:spcBef>
                  <a:spcPct val="30000"/>
                </a:spcBef>
                <a:buClr>
                  <a:srgbClr val="000000"/>
                </a:buClr>
              </a:pPr>
              <a:r>
                <a:rPr lang="en-US" sz="800" b="1" dirty="0">
                  <a:solidFill>
                    <a:schemeClr val="bg1"/>
                  </a:solidFill>
                </a:rPr>
                <a:t>Define Project </a:t>
              </a:r>
              <a:r>
                <a:rPr lang="en-US" sz="800" b="1" dirty="0">
                  <a:solidFill>
                    <a:schemeClr val="bg1"/>
                  </a:solidFill>
                </a:rPr>
                <a:t>Resources</a:t>
              </a:r>
              <a:endParaRPr lang="en-US" sz="800" b="1" dirty="0">
                <a:solidFill>
                  <a:schemeClr val="bg1"/>
                </a:solidFill>
              </a:endParaRPr>
            </a:p>
          </p:txBody>
        </p:sp>
        <p:sp>
          <p:nvSpPr>
            <p:cNvPr id="15" name="AutoShape 27"/>
            <p:cNvSpPr>
              <a:spLocks noChangeArrowheads="1"/>
            </p:cNvSpPr>
            <p:nvPr/>
          </p:nvSpPr>
          <p:spPr bwMode="gray">
            <a:xfrm>
              <a:off x="5440344"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6</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Review </a:t>
              </a:r>
              <a:r>
                <a:rPr lang="en-US" sz="800" dirty="0" smtClean="0">
                  <a:solidFill>
                    <a:schemeClr val="bg1"/>
                  </a:solidFill>
                  <a:cs typeface="Arial" charset="0"/>
                </a:rPr>
                <a:t>Effort and Costs</a:t>
              </a:r>
              <a:endParaRPr lang="en-US" sz="800" dirty="0">
                <a:solidFill>
                  <a:schemeClr val="bg1"/>
                </a:solidFill>
                <a:cs typeface="Arial" charset="0"/>
              </a:endParaRPr>
            </a:p>
          </p:txBody>
        </p:sp>
        <p:sp>
          <p:nvSpPr>
            <p:cNvPr id="16" name="AutoShape 28"/>
            <p:cNvSpPr>
              <a:spLocks noChangeArrowheads="1"/>
            </p:cNvSpPr>
            <p:nvPr/>
          </p:nvSpPr>
          <p:spPr bwMode="gray">
            <a:xfrm>
              <a:off x="6313416"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7</a:t>
              </a: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Complete Staffing Model</a:t>
              </a:r>
              <a:endParaRPr lang="en-US" sz="800" dirty="0">
                <a:solidFill>
                  <a:schemeClr val="bg1"/>
                </a:solidFill>
                <a:cs typeface="Arial" charset="0"/>
              </a:endParaRPr>
            </a:p>
          </p:txBody>
        </p:sp>
        <p:sp>
          <p:nvSpPr>
            <p:cNvPr id="17" name="AutoShape 27"/>
            <p:cNvSpPr>
              <a:spLocks noChangeArrowheads="1"/>
            </p:cNvSpPr>
            <p:nvPr/>
          </p:nvSpPr>
          <p:spPr bwMode="gray">
            <a:xfrm>
              <a:off x="7186488"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8</a:t>
              </a: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Complete Pricing Model </a:t>
              </a:r>
              <a:endParaRPr lang="en-US" sz="800" dirty="0">
                <a:solidFill>
                  <a:schemeClr val="bg1"/>
                </a:solidFill>
                <a:cs typeface="Arial" charset="0"/>
              </a:endParaRPr>
            </a:p>
          </p:txBody>
        </p:sp>
        <p:sp>
          <p:nvSpPr>
            <p:cNvPr id="18" name="AutoShape 24"/>
            <p:cNvSpPr>
              <a:spLocks noChangeArrowheads="1"/>
            </p:cNvSpPr>
            <p:nvPr/>
          </p:nvSpPr>
          <p:spPr bwMode="gray">
            <a:xfrm>
              <a:off x="1832270" y="1560285"/>
              <a:ext cx="1117618" cy="742272"/>
            </a:xfrm>
            <a:prstGeom prst="chevron">
              <a:avLst>
                <a:gd name="adj" fmla="val 32338"/>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2</a:t>
              </a:r>
            </a:p>
            <a:p>
              <a:pPr algn="ctr" defTabSz="820474">
                <a:lnSpc>
                  <a:spcPct val="106000"/>
                </a:lnSpc>
                <a:spcBef>
                  <a:spcPct val="30000"/>
                </a:spcBef>
                <a:buClr>
                  <a:srgbClr val="000000"/>
                </a:buClr>
              </a:pPr>
              <a:r>
                <a:rPr lang="en-US" sz="800" dirty="0">
                  <a:solidFill>
                    <a:schemeClr val="bg1"/>
                  </a:solidFill>
                </a:rPr>
                <a:t>Record Method Scope</a:t>
              </a:r>
            </a:p>
          </p:txBody>
        </p:sp>
        <p:sp>
          <p:nvSpPr>
            <p:cNvPr id="23" name="AutoShape 24"/>
            <p:cNvSpPr>
              <a:spLocks noChangeArrowheads="1"/>
            </p:cNvSpPr>
            <p:nvPr/>
          </p:nvSpPr>
          <p:spPr bwMode="gray">
            <a:xfrm>
              <a:off x="2763235" y="1560285"/>
              <a:ext cx="1117618" cy="742272"/>
            </a:xfrm>
            <a:prstGeom prst="chevron">
              <a:avLst>
                <a:gd name="adj" fmla="val 32338"/>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3</a:t>
              </a:r>
            </a:p>
            <a:p>
              <a:pPr algn="ctr" defTabSz="820474">
                <a:lnSpc>
                  <a:spcPct val="106000"/>
                </a:lnSpc>
                <a:spcBef>
                  <a:spcPct val="30000"/>
                </a:spcBef>
                <a:buClr>
                  <a:srgbClr val="000000"/>
                </a:buClr>
              </a:pPr>
              <a:r>
                <a:rPr lang="en-US" sz="800" dirty="0">
                  <a:solidFill>
                    <a:schemeClr val="bg1"/>
                  </a:solidFill>
                </a:rPr>
                <a:t>Define </a:t>
              </a:r>
              <a:r>
                <a:rPr lang="en-US" sz="800" dirty="0">
                  <a:solidFill>
                    <a:schemeClr val="bg1"/>
                  </a:solidFill>
                </a:rPr>
                <a:t>Schedule</a:t>
              </a:r>
              <a:r>
                <a:rPr lang="en-US" sz="800" dirty="0">
                  <a:solidFill>
                    <a:schemeClr val="bg1"/>
                  </a:solidFill>
                </a:rPr>
                <a:t/>
              </a:r>
              <a:br>
                <a:rPr lang="en-US" sz="800" dirty="0">
                  <a:solidFill>
                    <a:schemeClr val="bg1"/>
                  </a:solidFill>
                </a:rPr>
              </a:br>
              <a:endParaRPr lang="en-US" sz="800" dirty="0">
                <a:solidFill>
                  <a:schemeClr val="bg1"/>
                </a:solidFill>
              </a:endParaRPr>
            </a:p>
          </p:txBody>
        </p:sp>
        <p:sp>
          <p:nvSpPr>
            <p:cNvPr id="26" name="AutoShape 27"/>
            <p:cNvSpPr>
              <a:spLocks noChangeArrowheads="1"/>
            </p:cNvSpPr>
            <p:nvPr/>
          </p:nvSpPr>
          <p:spPr bwMode="gray">
            <a:xfrm>
              <a:off x="8059561"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9</a:t>
              </a:r>
              <a:endParaRPr lang="en-US" sz="800" dirty="0">
                <a:solidFill>
                  <a:schemeClr val="bg1"/>
                </a:solidFill>
                <a:cs typeface="Arial" charset="0"/>
              </a:endParaRP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Generate Summary / Work Plan</a:t>
              </a:r>
              <a:endParaRPr lang="en-US" sz="800" dirty="0">
                <a:solidFill>
                  <a:schemeClr val="bg1"/>
                </a:solidFill>
                <a:cs typeface="Arial" charset="0"/>
              </a:endParaRPr>
            </a:p>
          </p:txBody>
        </p:sp>
        <p:sp>
          <p:nvSpPr>
            <p:cNvPr id="27" name="AutoShape 23"/>
            <p:cNvSpPr>
              <a:spLocks noChangeArrowheads="1"/>
            </p:cNvSpPr>
            <p:nvPr/>
          </p:nvSpPr>
          <p:spPr bwMode="gray">
            <a:xfrm>
              <a:off x="68510" y="1561003"/>
              <a:ext cx="1068533" cy="740837"/>
            </a:xfrm>
            <a:prstGeom prst="chevron">
              <a:avLst>
                <a:gd name="adj" fmla="val 32648"/>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0</a:t>
              </a:r>
              <a:endParaRPr lang="en-US" sz="800" dirty="0">
                <a:solidFill>
                  <a:schemeClr val="bg1"/>
                </a:solidFill>
                <a:cs typeface="Arial" charset="0"/>
              </a:endParaRP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PE&amp;PS Prep</a:t>
              </a:r>
              <a:endParaRPr lang="en-US" sz="800" dirty="0">
                <a:solidFill>
                  <a:schemeClr val="bg1"/>
                </a:solidFill>
                <a:cs typeface="Arial" charset="0"/>
              </a:endParaRPr>
            </a:p>
          </p:txBody>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E7F8F02A-A47B-4811-9890-B5988FAA4055}" type="slidenum">
              <a:rPr lang="en-US" smtClean="0"/>
              <a:pPr>
                <a:defRPr/>
              </a:pPr>
              <a:t>16</a:t>
            </a:fld>
            <a:endParaRPr lang="en-US"/>
          </a:p>
        </p:txBody>
      </p:sp>
      <p:graphicFrame>
        <p:nvGraphicFramePr>
          <p:cNvPr id="22" name="Group 28"/>
          <p:cNvGraphicFramePr>
            <a:graphicFrameLocks noGrp="1"/>
          </p:cNvGraphicFramePr>
          <p:nvPr>
            <p:extLst>
              <p:ext uri="{D42A27DB-BD31-4B8C-83A1-F6EECF244321}">
                <p14:modId xmlns:p14="http://schemas.microsoft.com/office/powerpoint/2010/main" val="3083593823"/>
              </p:ext>
            </p:extLst>
          </p:nvPr>
        </p:nvGraphicFramePr>
        <p:xfrm>
          <a:off x="1134687" y="2930043"/>
          <a:ext cx="8075227" cy="3736665"/>
        </p:xfrm>
        <a:graphic>
          <a:graphicData uri="http://schemas.openxmlformats.org/drawingml/2006/table">
            <a:tbl>
              <a:tblPr/>
              <a:tblGrid>
                <a:gridCol w="2106064"/>
                <a:gridCol w="5969163"/>
              </a:tblGrid>
              <a:tr h="897912">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pPr>
                      <a:r>
                        <a:rPr kumimoji="0" lang="en-US" sz="1200" b="1" i="0" u="none" strike="noStrike" cap="none" normalizeH="0" baseline="0" dirty="0" smtClean="0">
                          <a:ln>
                            <a:noFill/>
                          </a:ln>
                          <a:solidFill>
                            <a:schemeClr val="accent1"/>
                          </a:solidFill>
                          <a:effectLst/>
                          <a:latin typeface="+mj-lt"/>
                          <a:cs typeface="Arial" charset="0"/>
                        </a:rPr>
                        <a:t>Description</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900"/>
                        </a:lnSpc>
                        <a:spcBef>
                          <a:spcPct val="50000"/>
                        </a:spcBef>
                        <a:spcAft>
                          <a:spcPct val="0"/>
                        </a:spcAft>
                        <a:buClr>
                          <a:schemeClr val="tx2"/>
                        </a:buClr>
                        <a:buSzTx/>
                        <a:buFont typeface="Times" charset="0"/>
                        <a:buChar char="•"/>
                        <a:tabLst>
                          <a:tab pos="7702550" algn="l"/>
                        </a:tabLst>
                      </a:pPr>
                      <a:r>
                        <a:rPr lang="en-US" sz="1200" dirty="0" smtClean="0">
                          <a:solidFill>
                            <a:schemeClr val="tx2"/>
                          </a:solidFill>
                          <a:latin typeface="+mj-lt"/>
                        </a:rPr>
                        <a:t>Consider </a:t>
                      </a:r>
                      <a:r>
                        <a:rPr lang="en-US" sz="1200" dirty="0" smtClean="0">
                          <a:solidFill>
                            <a:schemeClr val="tx2"/>
                          </a:solidFill>
                          <a:latin typeface="+mj-lt"/>
                        </a:rPr>
                        <a:t>factors that impact the standard </a:t>
                      </a:r>
                      <a:r>
                        <a:rPr lang="en-US" sz="1200" dirty="0" smtClean="0">
                          <a:solidFill>
                            <a:schemeClr val="tx2"/>
                          </a:solidFill>
                          <a:latin typeface="+mj-lt"/>
                        </a:rPr>
                        <a:t>estimates and costs</a:t>
                      </a:r>
                      <a:endParaRPr lang="en-US" sz="1200" dirty="0" smtClean="0">
                        <a:solidFill>
                          <a:schemeClr val="tx2"/>
                        </a:solidFill>
                        <a:latin typeface="+mj-lt"/>
                      </a:endParaRPr>
                    </a:p>
                    <a:p>
                      <a:pPr marL="195263" marR="0" lvl="0" indent="-195263" algn="l" defTabSz="1019175" rtl="0" eaLnBrk="1" fontAlgn="base" latinLnBrk="0" hangingPunct="1">
                        <a:lnSpc>
                          <a:spcPts val="1900"/>
                        </a:lnSpc>
                        <a:spcBef>
                          <a:spcPct val="50000"/>
                        </a:spcBef>
                        <a:spcAft>
                          <a:spcPct val="0"/>
                        </a:spcAft>
                        <a:buClr>
                          <a:schemeClr val="tx2"/>
                        </a:buClr>
                        <a:buSzTx/>
                        <a:buFont typeface="Times" charset="0"/>
                        <a:buChar char="•"/>
                        <a:tabLst>
                          <a:tab pos="7702550" algn="l"/>
                        </a:tabLst>
                      </a:pPr>
                      <a:r>
                        <a:rPr lang="en-US" sz="1200" dirty="0" smtClean="0">
                          <a:solidFill>
                            <a:schemeClr val="tx2"/>
                          </a:solidFill>
                          <a:latin typeface="+mj-lt"/>
                        </a:rPr>
                        <a:t>Review</a:t>
                      </a:r>
                      <a:r>
                        <a:rPr lang="en-US" sz="1200" baseline="0" dirty="0" smtClean="0">
                          <a:solidFill>
                            <a:schemeClr val="tx2"/>
                          </a:solidFill>
                          <a:latin typeface="+mj-lt"/>
                        </a:rPr>
                        <a:t> standard estimates; </a:t>
                      </a:r>
                      <a:r>
                        <a:rPr lang="en-US" sz="1200" dirty="0" smtClean="0">
                          <a:solidFill>
                            <a:schemeClr val="tx2"/>
                          </a:solidFill>
                          <a:latin typeface="+mj-lt"/>
                        </a:rPr>
                        <a:t>update </a:t>
                      </a:r>
                      <a:r>
                        <a:rPr lang="en-US" sz="1200" dirty="0" smtClean="0">
                          <a:solidFill>
                            <a:schemeClr val="tx2"/>
                          </a:solidFill>
                          <a:latin typeface="+mj-lt"/>
                        </a:rPr>
                        <a:t>the adjustment factor or standard</a:t>
                      </a:r>
                      <a:r>
                        <a:rPr lang="en-US" sz="1200" baseline="0" dirty="0" smtClean="0">
                          <a:solidFill>
                            <a:schemeClr val="tx2"/>
                          </a:solidFill>
                          <a:latin typeface="+mj-lt"/>
                        </a:rPr>
                        <a:t> </a:t>
                      </a:r>
                      <a:r>
                        <a:rPr lang="en-US" sz="1200" baseline="0" dirty="0" smtClean="0">
                          <a:solidFill>
                            <a:schemeClr val="tx2"/>
                          </a:solidFill>
                          <a:latin typeface="+mj-lt"/>
                        </a:rPr>
                        <a:t>hours</a:t>
                      </a:r>
                    </a:p>
                    <a:p>
                      <a:pPr marL="195263" marR="0" lvl="0" indent="-195263" algn="l" defTabSz="1019175" rtl="0" eaLnBrk="1" fontAlgn="base" latinLnBrk="0" hangingPunct="1">
                        <a:lnSpc>
                          <a:spcPts val="1900"/>
                        </a:lnSpc>
                        <a:spcBef>
                          <a:spcPct val="50000"/>
                        </a:spcBef>
                        <a:spcAft>
                          <a:spcPct val="0"/>
                        </a:spcAft>
                        <a:buClr>
                          <a:schemeClr val="tx2"/>
                        </a:buClr>
                        <a:buSzTx/>
                        <a:buFont typeface="Times" charset="0"/>
                        <a:buChar char="•"/>
                        <a:tabLst>
                          <a:tab pos="7702550" algn="l"/>
                        </a:tabLst>
                      </a:pPr>
                      <a:r>
                        <a:rPr lang="en-US" sz="1200" kern="1200" baseline="0" dirty="0" smtClean="0">
                          <a:solidFill>
                            <a:schemeClr val="tx2"/>
                          </a:solidFill>
                          <a:latin typeface="+mn-lt"/>
                          <a:ea typeface="+mn-ea"/>
                          <a:cs typeface="+mn-cs"/>
                        </a:rPr>
                        <a:t>Review the estimated cost</a:t>
                      </a:r>
                    </a:p>
                    <a:p>
                      <a:pPr marL="195263" marR="0" lvl="0" indent="-195263" algn="l" defTabSz="1019175" rtl="0" eaLnBrk="1" fontAlgn="base" latinLnBrk="0" hangingPunct="1">
                        <a:lnSpc>
                          <a:spcPts val="1900"/>
                        </a:lnSpc>
                        <a:spcBef>
                          <a:spcPct val="50000"/>
                        </a:spcBef>
                        <a:spcAft>
                          <a:spcPct val="0"/>
                        </a:spcAft>
                        <a:buClr>
                          <a:schemeClr val="tx2"/>
                        </a:buClr>
                        <a:buSzTx/>
                        <a:buFont typeface="Times" charset="0"/>
                        <a:buChar char="•"/>
                        <a:tabLst>
                          <a:tab pos="7702550" algn="l"/>
                        </a:tabLst>
                      </a:pPr>
                      <a:r>
                        <a:rPr lang="en-US" sz="1200" kern="1200" baseline="0" dirty="0" smtClean="0">
                          <a:solidFill>
                            <a:schemeClr val="tx2"/>
                          </a:solidFill>
                          <a:latin typeface="+mn-lt"/>
                          <a:ea typeface="+mn-ea"/>
                          <a:cs typeface="+mn-cs"/>
                        </a:rPr>
                        <a:t>Review the rate groups and allocation of rate groups to roles; update as needed</a:t>
                      </a:r>
                      <a:endParaRPr lang="en-US" sz="1200" kern="1200" dirty="0" smtClean="0">
                        <a:solidFill>
                          <a:schemeClr val="tx2"/>
                        </a:solidFill>
                        <a:latin typeface="+mn-lt"/>
                        <a:ea typeface="+mn-ea"/>
                        <a:cs typeface="+mn-cs"/>
                      </a:endParaRP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r h="787168">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defRPr/>
                      </a:pPr>
                      <a:r>
                        <a:rPr kumimoji="0" lang="en-US" sz="1200" b="1" i="0" u="none" strike="noStrike" cap="none" normalizeH="0" baseline="0" dirty="0" smtClean="0">
                          <a:ln>
                            <a:noFill/>
                          </a:ln>
                          <a:solidFill>
                            <a:schemeClr val="accent1"/>
                          </a:solidFill>
                          <a:effectLst/>
                          <a:latin typeface="+mj-lt"/>
                          <a:cs typeface="Arial" charset="0"/>
                        </a:rPr>
                        <a:t>Prerequisite Information</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9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Define </a:t>
                      </a:r>
                      <a:r>
                        <a:rPr lang="en-US" sz="1200" kern="1200" baseline="0" dirty="0" smtClean="0">
                          <a:solidFill>
                            <a:schemeClr val="tx2"/>
                          </a:solidFill>
                          <a:latin typeface="+mj-lt"/>
                          <a:ea typeface="+mn-ea"/>
                          <a:cs typeface="+mn-cs"/>
                        </a:rPr>
                        <a:t>factors that </a:t>
                      </a:r>
                      <a:r>
                        <a:rPr lang="en-US" sz="1200" kern="1200" baseline="0" dirty="0" smtClean="0">
                          <a:solidFill>
                            <a:schemeClr val="tx2"/>
                          </a:solidFill>
                          <a:latin typeface="+mj-lt"/>
                          <a:ea typeface="+mn-ea"/>
                          <a:cs typeface="+mn-cs"/>
                        </a:rPr>
                        <a:t>will impact standard </a:t>
                      </a:r>
                      <a:r>
                        <a:rPr lang="en-US" sz="1200" kern="1200" baseline="0" dirty="0" smtClean="0">
                          <a:solidFill>
                            <a:schemeClr val="tx2"/>
                          </a:solidFill>
                          <a:latin typeface="+mj-lt"/>
                          <a:ea typeface="+mn-ea"/>
                          <a:cs typeface="+mn-cs"/>
                        </a:rPr>
                        <a:t>estimates</a:t>
                      </a:r>
                      <a:endParaRPr lang="en-US" sz="1200" kern="1200" dirty="0" smtClean="0">
                        <a:solidFill>
                          <a:schemeClr val="tx2"/>
                        </a:solidFill>
                        <a:latin typeface="+mj-lt"/>
                        <a:ea typeface="+mn-ea"/>
                        <a:cs typeface="+mn-cs"/>
                      </a:endParaRPr>
                    </a:p>
                    <a:p>
                      <a:pPr marL="195263" marR="0" lvl="0" indent="-195263" algn="l" defTabSz="1019175" rtl="0" eaLnBrk="1" fontAlgn="base" latinLnBrk="0" hangingPunct="1">
                        <a:lnSpc>
                          <a:spcPts val="19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Review how many hours are needed for each role per </a:t>
                      </a:r>
                      <a:r>
                        <a:rPr lang="en-US" sz="1200" kern="1200" dirty="0" smtClean="0">
                          <a:solidFill>
                            <a:schemeClr val="tx2"/>
                          </a:solidFill>
                          <a:latin typeface="+mj-lt"/>
                          <a:ea typeface="+mn-ea"/>
                          <a:cs typeface="+mn-cs"/>
                        </a:rPr>
                        <a:t>phase</a:t>
                      </a: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n-lt"/>
                          <a:ea typeface="+mn-ea"/>
                          <a:cs typeface="+mn-cs"/>
                        </a:rPr>
                        <a:t>Review</a:t>
                      </a:r>
                      <a:r>
                        <a:rPr lang="en-US" sz="1200" kern="1200" baseline="0" dirty="0" smtClean="0">
                          <a:solidFill>
                            <a:schemeClr val="tx2"/>
                          </a:solidFill>
                          <a:latin typeface="+mn-lt"/>
                          <a:ea typeface="+mn-ea"/>
                          <a:cs typeface="+mn-cs"/>
                        </a:rPr>
                        <a:t> </a:t>
                      </a:r>
                      <a:r>
                        <a:rPr lang="en-US" sz="1200" kern="1200" dirty="0" smtClean="0">
                          <a:solidFill>
                            <a:schemeClr val="tx2"/>
                          </a:solidFill>
                          <a:latin typeface="+mn-lt"/>
                          <a:ea typeface="+mn-ea"/>
                          <a:cs typeface="+mn-cs"/>
                        </a:rPr>
                        <a:t>the average</a:t>
                      </a:r>
                      <a:r>
                        <a:rPr lang="en-US" sz="1200" kern="1200" baseline="0" dirty="0" smtClean="0">
                          <a:solidFill>
                            <a:schemeClr val="tx2"/>
                          </a:solidFill>
                          <a:latin typeface="+mn-lt"/>
                          <a:ea typeface="+mn-ea"/>
                          <a:cs typeface="+mn-cs"/>
                        </a:rPr>
                        <a:t> and blended rate for each role</a:t>
                      </a: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n-lt"/>
                          <a:ea typeface="+mn-ea"/>
                          <a:cs typeface="+mn-cs"/>
                        </a:rPr>
                        <a:t>Determine expense costs</a:t>
                      </a: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r h="781396">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defRPr/>
                      </a:pPr>
                      <a:r>
                        <a:rPr kumimoji="0" lang="en-US" sz="1200" b="1" i="0" u="none" strike="noStrike" cap="none" normalizeH="0" baseline="0" dirty="0" smtClean="0">
                          <a:ln>
                            <a:noFill/>
                          </a:ln>
                          <a:solidFill>
                            <a:schemeClr val="accent1"/>
                          </a:solidFill>
                          <a:effectLst/>
                          <a:latin typeface="+mj-lt"/>
                          <a:cs typeface="Arial" charset="0"/>
                        </a:rPr>
                        <a:t>Other Resources</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Demo</a:t>
                      </a:r>
                      <a:r>
                        <a:rPr lang="en-US" sz="1200" kern="1200" dirty="0" smtClean="0">
                          <a:solidFill>
                            <a:schemeClr val="tx2"/>
                          </a:solidFill>
                          <a:latin typeface="+mj-lt"/>
                          <a:ea typeface="+mn-ea"/>
                          <a:cs typeface="+mn-cs"/>
                        </a:rPr>
                        <a:t>: Review task </a:t>
                      </a:r>
                      <a:r>
                        <a:rPr lang="en-US" sz="1200" kern="1200" dirty="0" smtClean="0">
                          <a:solidFill>
                            <a:schemeClr val="tx2"/>
                          </a:solidFill>
                          <a:latin typeface="+mj-lt"/>
                          <a:ea typeface="+mn-ea"/>
                          <a:cs typeface="+mn-cs"/>
                        </a:rPr>
                        <a:t>estimates</a:t>
                      </a: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n-lt"/>
                          <a:ea typeface="+mn-ea"/>
                          <a:cs typeface="+mn-cs"/>
                        </a:rPr>
                        <a:t>Demo: Review rate groups</a:t>
                      </a: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n-lt"/>
                          <a:ea typeface="+mn-ea"/>
                          <a:cs typeface="+mn-cs"/>
                        </a:rPr>
                        <a:t>Demo: Define rate group allocation</a:t>
                      </a: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n-lt"/>
                          <a:ea typeface="+mn-ea"/>
                          <a:cs typeface="+mn-cs"/>
                        </a:rPr>
                        <a:t>Demo: Review blended rates</a:t>
                      </a: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bl>
          </a:graphicData>
        </a:graphic>
      </p:graphicFrame>
      <p:sp>
        <p:nvSpPr>
          <p:cNvPr id="25" name="Round Single Corner Rectangle 24"/>
          <p:cNvSpPr/>
          <p:nvPr/>
        </p:nvSpPr>
        <p:spPr>
          <a:xfrm>
            <a:off x="1158540" y="2177899"/>
            <a:ext cx="8027720" cy="665019"/>
          </a:xfrm>
          <a:prstGeom prst="round1Rect">
            <a:avLst>
              <a:gd name="adj" fmla="val 0"/>
            </a:avLst>
          </a:prstGeom>
          <a:solidFill>
            <a:schemeClr val="bg1"/>
          </a:solidFill>
          <a:ln w="28575" algn="ctr">
            <a:solidFill>
              <a:schemeClr val="accent2"/>
            </a:solidFill>
            <a:miter lim="800000"/>
            <a:headEnd/>
            <a:tailEnd/>
          </a:ln>
        </p:spPr>
        <p:txBody>
          <a:bodyPr lIns="71956" tIns="91381" rIns="71956" bIns="71956" anchor="t" anchorCtr="0"/>
          <a:lstStyle/>
          <a:p>
            <a:pPr defTabSz="820343">
              <a:lnSpc>
                <a:spcPct val="106000"/>
              </a:lnSpc>
              <a:spcBef>
                <a:spcPct val="30000"/>
              </a:spcBef>
              <a:buClr>
                <a:schemeClr val="tx1"/>
              </a:buClr>
            </a:pPr>
            <a:r>
              <a:rPr lang="en-US" sz="1200" dirty="0" smtClean="0">
                <a:solidFill>
                  <a:schemeClr val="tx2"/>
                </a:solidFill>
              </a:rPr>
              <a:t>Objective:	Review </a:t>
            </a:r>
            <a:r>
              <a:rPr lang="en-US" sz="1200" dirty="0" smtClean="0">
                <a:solidFill>
                  <a:schemeClr val="tx2"/>
                </a:solidFill>
              </a:rPr>
              <a:t>the standard estimates and make adjustments as needed</a:t>
            </a:r>
            <a:r>
              <a:rPr lang="en-US" sz="1200" dirty="0" smtClean="0">
                <a:solidFill>
                  <a:schemeClr val="tx2"/>
                </a:solidFill>
              </a:rPr>
              <a:t>.</a:t>
            </a:r>
          </a:p>
          <a:p>
            <a:pPr defTabSz="820343">
              <a:lnSpc>
                <a:spcPct val="106000"/>
              </a:lnSpc>
              <a:spcBef>
                <a:spcPct val="30000"/>
              </a:spcBef>
              <a:buClr>
                <a:schemeClr val="tx1"/>
              </a:buClr>
            </a:pPr>
            <a:r>
              <a:rPr lang="en-US" sz="1200" dirty="0">
                <a:solidFill>
                  <a:schemeClr val="tx2"/>
                </a:solidFill>
              </a:rPr>
              <a:t>	Review the cost estimates, and make adjustments to the rate group per role</a:t>
            </a:r>
            <a:r>
              <a:rPr lang="en-US" sz="1200" dirty="0" smtClean="0">
                <a:solidFill>
                  <a:schemeClr val="tx2"/>
                </a:solidFill>
              </a:rPr>
              <a:t>.</a:t>
            </a:r>
            <a:endParaRPr lang="en-US" sz="1200" dirty="0">
              <a:solidFill>
                <a:schemeClr val="tx2"/>
              </a:solidFill>
            </a:endParaRPr>
          </a:p>
        </p:txBody>
      </p:sp>
      <p:sp>
        <p:nvSpPr>
          <p:cNvPr id="34" name="AutoShape 23"/>
          <p:cNvSpPr>
            <a:spLocks noChangeArrowheads="1"/>
          </p:cNvSpPr>
          <p:nvPr/>
        </p:nvSpPr>
        <p:spPr bwMode="gray">
          <a:xfrm>
            <a:off x="2745768" y="6736910"/>
            <a:ext cx="1472541" cy="696994"/>
          </a:xfrm>
          <a:prstGeom prst="chevron">
            <a:avLst>
              <a:gd name="adj" fmla="val 32648"/>
            </a:avLst>
          </a:prstGeom>
          <a:solidFill>
            <a:schemeClr val="accent2"/>
          </a:solidFill>
          <a:ln w="28575" algn="ctr">
            <a:noFill/>
            <a:miter lim="800000"/>
            <a:headEnd/>
            <a:tailEnd/>
          </a:ln>
        </p:spPr>
        <p:txBody>
          <a:bodyPr lIns="71956" tIns="91381" rIns="71956" bIns="71956" anchor="ctr" anchorCtr="1"/>
          <a:lstStyle/>
          <a:p>
            <a:pPr algn="ctr" defTabSz="820343">
              <a:lnSpc>
                <a:spcPct val="106000"/>
              </a:lnSpc>
              <a:spcBef>
                <a:spcPct val="30000"/>
              </a:spcBef>
              <a:buClr>
                <a:schemeClr val="tx1"/>
              </a:buClr>
            </a:pPr>
            <a:r>
              <a:rPr lang="en-US" sz="1000" dirty="0">
                <a:solidFill>
                  <a:schemeClr val="bg1"/>
                </a:solidFill>
              </a:rPr>
              <a:t>Step 6.1</a:t>
            </a:r>
            <a:endParaRPr lang="en-US" sz="1000" dirty="0">
              <a:solidFill>
                <a:schemeClr val="bg1"/>
              </a:solidFill>
            </a:endParaRPr>
          </a:p>
          <a:p>
            <a:pPr algn="ctr" defTabSz="820343">
              <a:lnSpc>
                <a:spcPct val="106000"/>
              </a:lnSpc>
              <a:spcBef>
                <a:spcPct val="30000"/>
              </a:spcBef>
              <a:buClr>
                <a:schemeClr val="tx1"/>
              </a:buClr>
            </a:pPr>
            <a:r>
              <a:rPr lang="en-US" sz="1000" dirty="0" smtClean="0">
                <a:solidFill>
                  <a:schemeClr val="bg1"/>
                </a:solidFill>
              </a:rPr>
              <a:t>Run Effort and Cost reports</a:t>
            </a:r>
            <a:br>
              <a:rPr lang="en-US" sz="1000" dirty="0" smtClean="0">
                <a:solidFill>
                  <a:schemeClr val="bg1"/>
                </a:solidFill>
              </a:rPr>
            </a:br>
            <a:endParaRPr lang="en-US" sz="1000" dirty="0">
              <a:solidFill>
                <a:schemeClr val="bg1"/>
              </a:solidFill>
            </a:endParaRPr>
          </a:p>
        </p:txBody>
      </p:sp>
      <p:sp>
        <p:nvSpPr>
          <p:cNvPr id="35" name="AutoShape 23"/>
          <p:cNvSpPr>
            <a:spLocks noChangeArrowheads="1"/>
          </p:cNvSpPr>
          <p:nvPr/>
        </p:nvSpPr>
        <p:spPr bwMode="gray">
          <a:xfrm>
            <a:off x="4138028" y="6734932"/>
            <a:ext cx="1284521" cy="675223"/>
          </a:xfrm>
          <a:prstGeom prst="chevron">
            <a:avLst>
              <a:gd name="adj" fmla="val 32648"/>
            </a:avLst>
          </a:prstGeom>
          <a:solidFill>
            <a:schemeClr val="accent2"/>
          </a:solidFill>
          <a:ln w="28575" algn="ctr">
            <a:noFill/>
            <a:miter lim="800000"/>
            <a:headEnd/>
            <a:tailEnd/>
          </a:ln>
        </p:spPr>
        <p:txBody>
          <a:bodyPr lIns="71956" tIns="91381" rIns="71956" bIns="71956" anchor="ctr" anchorCtr="1"/>
          <a:lstStyle/>
          <a:p>
            <a:pPr algn="ctr" defTabSz="820343">
              <a:lnSpc>
                <a:spcPct val="106000"/>
              </a:lnSpc>
              <a:spcBef>
                <a:spcPct val="30000"/>
              </a:spcBef>
              <a:buClr>
                <a:schemeClr val="tx1"/>
              </a:buClr>
            </a:pPr>
            <a:r>
              <a:rPr lang="en-US" sz="1000" dirty="0">
                <a:solidFill>
                  <a:schemeClr val="bg1"/>
                </a:solidFill>
              </a:rPr>
              <a:t>Step 6.2</a:t>
            </a:r>
          </a:p>
          <a:p>
            <a:pPr algn="ctr" defTabSz="820343">
              <a:lnSpc>
                <a:spcPct val="106000"/>
              </a:lnSpc>
              <a:spcBef>
                <a:spcPct val="30000"/>
              </a:spcBef>
              <a:buClr>
                <a:schemeClr val="tx1"/>
              </a:buClr>
            </a:pPr>
            <a:r>
              <a:rPr lang="en-US" sz="1000" dirty="0" smtClean="0">
                <a:solidFill>
                  <a:schemeClr val="bg1"/>
                </a:solidFill>
              </a:rPr>
              <a:t>Review/</a:t>
            </a:r>
            <a:r>
              <a:rPr lang="en-US" sz="1000" dirty="0" err="1" smtClean="0">
                <a:solidFill>
                  <a:schemeClr val="bg1"/>
                </a:solidFill>
              </a:rPr>
              <a:t>adj</a:t>
            </a:r>
            <a:r>
              <a:rPr lang="en-US" sz="1000" dirty="0" smtClean="0">
                <a:solidFill>
                  <a:schemeClr val="bg1"/>
                </a:solidFill>
              </a:rPr>
              <a:t> Tasks Estimates</a:t>
            </a:r>
            <a:endParaRPr lang="en-US" sz="1000" dirty="0">
              <a:solidFill>
                <a:schemeClr val="bg1"/>
              </a:solidFill>
            </a:endParaRPr>
          </a:p>
        </p:txBody>
      </p:sp>
      <p:sp>
        <p:nvSpPr>
          <p:cNvPr id="36" name="AutoShape 23"/>
          <p:cNvSpPr>
            <a:spLocks noChangeArrowheads="1"/>
          </p:cNvSpPr>
          <p:nvPr/>
        </p:nvSpPr>
        <p:spPr bwMode="gray">
          <a:xfrm>
            <a:off x="5342267" y="6732952"/>
            <a:ext cx="1274626" cy="675223"/>
          </a:xfrm>
          <a:prstGeom prst="chevron">
            <a:avLst>
              <a:gd name="adj" fmla="val 32648"/>
            </a:avLst>
          </a:prstGeom>
          <a:solidFill>
            <a:schemeClr val="accent2"/>
          </a:solidFill>
          <a:ln w="28575" algn="ctr">
            <a:noFill/>
            <a:miter lim="800000"/>
            <a:headEnd/>
            <a:tailEnd/>
          </a:ln>
        </p:spPr>
        <p:txBody>
          <a:bodyPr lIns="71956" tIns="91381" rIns="71956" bIns="71956" anchor="ctr" anchorCtr="1"/>
          <a:lstStyle/>
          <a:p>
            <a:pPr algn="ctr" defTabSz="820343">
              <a:lnSpc>
                <a:spcPct val="106000"/>
              </a:lnSpc>
              <a:spcBef>
                <a:spcPct val="30000"/>
              </a:spcBef>
              <a:buClr>
                <a:schemeClr val="tx1"/>
              </a:buClr>
            </a:pPr>
            <a:r>
              <a:rPr lang="en-US" sz="1000" dirty="0">
                <a:solidFill>
                  <a:schemeClr val="bg1"/>
                </a:solidFill>
              </a:rPr>
              <a:t>Step 6.3</a:t>
            </a:r>
            <a:endParaRPr lang="en-US" sz="1000" dirty="0">
              <a:solidFill>
                <a:schemeClr val="bg1"/>
              </a:solidFill>
            </a:endParaRPr>
          </a:p>
          <a:p>
            <a:pPr algn="ctr" defTabSz="820343">
              <a:lnSpc>
                <a:spcPct val="106000"/>
              </a:lnSpc>
              <a:spcBef>
                <a:spcPct val="30000"/>
              </a:spcBef>
              <a:buClr>
                <a:schemeClr val="tx1"/>
              </a:buClr>
            </a:pPr>
            <a:r>
              <a:rPr lang="en-US" sz="1000" dirty="0">
                <a:solidFill>
                  <a:schemeClr val="bg1"/>
                </a:solidFill>
              </a:rPr>
              <a:t>Review and adjust Rate Groups</a:t>
            </a:r>
            <a:endParaRPr lang="en-US" sz="1000" dirty="0">
              <a:solidFill>
                <a:schemeClr val="bg1"/>
              </a:solidFill>
            </a:endParaRPr>
          </a:p>
        </p:txBody>
      </p:sp>
      <p:sp>
        <p:nvSpPr>
          <p:cNvPr id="19" name="Title 18"/>
          <p:cNvSpPr>
            <a:spLocks noGrp="1"/>
          </p:cNvSpPr>
          <p:nvPr>
            <p:ph type="title"/>
          </p:nvPr>
        </p:nvSpPr>
        <p:spPr>
          <a:xfrm>
            <a:off x="430341" y="400344"/>
            <a:ext cx="9126000" cy="630000"/>
          </a:xfrm>
        </p:spPr>
        <p:txBody>
          <a:bodyPr/>
          <a:lstStyle/>
          <a:p>
            <a:r>
              <a:rPr lang="en-US" dirty="0" smtClean="0"/>
              <a:t>Step 6: Review </a:t>
            </a:r>
            <a:r>
              <a:rPr lang="en-US" dirty="0" smtClean="0"/>
              <a:t>Effort and Costs</a:t>
            </a:r>
            <a:endParaRPr lang="en-US" dirty="0"/>
          </a:p>
        </p:txBody>
      </p:sp>
      <p:grpSp>
        <p:nvGrpSpPr>
          <p:cNvPr id="10" name="Group 9"/>
          <p:cNvGrpSpPr/>
          <p:nvPr/>
        </p:nvGrpSpPr>
        <p:grpSpPr>
          <a:xfrm>
            <a:off x="191068" y="940303"/>
            <a:ext cx="9796991" cy="742272"/>
            <a:chOff x="68510" y="1560285"/>
            <a:chExt cx="9050776" cy="742272"/>
          </a:xfrm>
        </p:grpSpPr>
        <p:sp>
          <p:nvSpPr>
            <p:cNvPr id="11" name="AutoShape 23"/>
            <p:cNvSpPr>
              <a:spLocks noChangeArrowheads="1"/>
            </p:cNvSpPr>
            <p:nvPr/>
          </p:nvSpPr>
          <p:spPr bwMode="gray">
            <a:xfrm>
              <a:off x="950390" y="1561003"/>
              <a:ext cx="1068533" cy="740837"/>
            </a:xfrm>
            <a:prstGeom prst="chevron">
              <a:avLst>
                <a:gd name="adj" fmla="val 32648"/>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1</a:t>
              </a:r>
            </a:p>
            <a:p>
              <a:pPr algn="ctr" defTabSz="820474">
                <a:lnSpc>
                  <a:spcPct val="106000"/>
                </a:lnSpc>
                <a:spcBef>
                  <a:spcPct val="30000"/>
                </a:spcBef>
                <a:buClr>
                  <a:srgbClr val="000000"/>
                </a:buClr>
              </a:pPr>
              <a:r>
                <a:rPr lang="en-US" sz="800" dirty="0">
                  <a:solidFill>
                    <a:schemeClr val="bg1"/>
                  </a:solidFill>
                </a:rPr>
                <a:t>Set Up</a:t>
              </a:r>
            </a:p>
            <a:p>
              <a:pPr algn="ctr" defTabSz="820474">
                <a:lnSpc>
                  <a:spcPct val="106000"/>
                </a:lnSpc>
                <a:spcBef>
                  <a:spcPct val="30000"/>
                </a:spcBef>
                <a:buClr>
                  <a:srgbClr val="000000"/>
                </a:buClr>
              </a:pPr>
              <a:r>
                <a:rPr lang="en-US" sz="800" dirty="0">
                  <a:solidFill>
                    <a:schemeClr val="bg1"/>
                  </a:solidFill>
                </a:rPr>
                <a:t>Project</a:t>
              </a:r>
            </a:p>
          </p:txBody>
        </p:sp>
        <p:sp>
          <p:nvSpPr>
            <p:cNvPr id="12" name="AutoShape 25"/>
            <p:cNvSpPr>
              <a:spLocks noChangeArrowheads="1"/>
            </p:cNvSpPr>
            <p:nvPr/>
          </p:nvSpPr>
          <p:spPr bwMode="gray">
            <a:xfrm>
              <a:off x="3694200" y="1560644"/>
              <a:ext cx="1059725" cy="741554"/>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4</a:t>
              </a:r>
            </a:p>
            <a:p>
              <a:pPr algn="ctr" defTabSz="820474">
                <a:lnSpc>
                  <a:spcPct val="106000"/>
                </a:lnSpc>
                <a:spcBef>
                  <a:spcPct val="30000"/>
                </a:spcBef>
                <a:buClr>
                  <a:srgbClr val="000000"/>
                </a:buClr>
              </a:pPr>
              <a:r>
                <a:rPr lang="en-US" sz="800" dirty="0">
                  <a:solidFill>
                    <a:schemeClr val="bg1"/>
                  </a:solidFill>
                </a:rPr>
                <a:t>Record Product Scope</a:t>
              </a:r>
            </a:p>
          </p:txBody>
        </p:sp>
        <p:sp>
          <p:nvSpPr>
            <p:cNvPr id="13" name="AutoShape 26"/>
            <p:cNvSpPr>
              <a:spLocks noChangeArrowheads="1"/>
            </p:cNvSpPr>
            <p:nvPr/>
          </p:nvSpPr>
          <p:spPr bwMode="gray">
            <a:xfrm>
              <a:off x="4567272"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5</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Define Project </a:t>
              </a:r>
              <a:r>
                <a:rPr lang="en-US" sz="800" dirty="0" smtClean="0">
                  <a:solidFill>
                    <a:schemeClr val="bg1"/>
                  </a:solidFill>
                  <a:cs typeface="Arial" charset="0"/>
                </a:rPr>
                <a:t>Resources</a:t>
              </a:r>
              <a:endParaRPr lang="en-US" sz="800" dirty="0">
                <a:solidFill>
                  <a:schemeClr val="bg1"/>
                </a:solidFill>
                <a:cs typeface="Arial" charset="0"/>
              </a:endParaRPr>
            </a:p>
          </p:txBody>
        </p:sp>
        <p:sp>
          <p:nvSpPr>
            <p:cNvPr id="14" name="AutoShape 27"/>
            <p:cNvSpPr>
              <a:spLocks noChangeArrowheads="1"/>
            </p:cNvSpPr>
            <p:nvPr/>
          </p:nvSpPr>
          <p:spPr bwMode="gray">
            <a:xfrm>
              <a:off x="5440344" y="1561003"/>
              <a:ext cx="1059725" cy="740837"/>
            </a:xfrm>
            <a:prstGeom prst="chevron">
              <a:avLst>
                <a:gd name="adj" fmla="val 32379"/>
              </a:avLst>
            </a:prstGeom>
            <a:solidFill>
              <a:srgbClr val="92D400"/>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b="1" dirty="0">
                  <a:solidFill>
                    <a:schemeClr val="bg1"/>
                  </a:solidFill>
                </a:rPr>
                <a:t>6</a:t>
              </a:r>
            </a:p>
            <a:p>
              <a:pPr algn="ctr" defTabSz="820474">
                <a:lnSpc>
                  <a:spcPct val="106000"/>
                </a:lnSpc>
                <a:spcBef>
                  <a:spcPct val="30000"/>
                </a:spcBef>
                <a:buClr>
                  <a:srgbClr val="000000"/>
                </a:buClr>
              </a:pPr>
              <a:r>
                <a:rPr lang="en-US" sz="800" b="1" dirty="0">
                  <a:solidFill>
                    <a:schemeClr val="bg1"/>
                  </a:solidFill>
                </a:rPr>
                <a:t>Review </a:t>
              </a:r>
              <a:r>
                <a:rPr lang="en-US" sz="800" b="1" dirty="0">
                  <a:solidFill>
                    <a:schemeClr val="bg1"/>
                  </a:solidFill>
                </a:rPr>
                <a:t>Effort and Costs</a:t>
              </a:r>
              <a:endParaRPr lang="en-US" sz="800" b="1" dirty="0">
                <a:solidFill>
                  <a:schemeClr val="bg1"/>
                </a:solidFill>
              </a:endParaRPr>
            </a:p>
          </p:txBody>
        </p:sp>
        <p:sp>
          <p:nvSpPr>
            <p:cNvPr id="15" name="AutoShape 28"/>
            <p:cNvSpPr>
              <a:spLocks noChangeArrowheads="1"/>
            </p:cNvSpPr>
            <p:nvPr/>
          </p:nvSpPr>
          <p:spPr bwMode="gray">
            <a:xfrm>
              <a:off x="6313416"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7</a:t>
              </a: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Complete Staffing Model</a:t>
              </a:r>
              <a:endParaRPr lang="en-US" sz="800" dirty="0">
                <a:solidFill>
                  <a:schemeClr val="bg1"/>
                </a:solidFill>
                <a:cs typeface="Arial" charset="0"/>
              </a:endParaRPr>
            </a:p>
          </p:txBody>
        </p:sp>
        <p:sp>
          <p:nvSpPr>
            <p:cNvPr id="16" name="AutoShape 27"/>
            <p:cNvSpPr>
              <a:spLocks noChangeArrowheads="1"/>
            </p:cNvSpPr>
            <p:nvPr/>
          </p:nvSpPr>
          <p:spPr bwMode="gray">
            <a:xfrm>
              <a:off x="7186488"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8</a:t>
              </a: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Complete Pricing Model </a:t>
              </a:r>
              <a:endParaRPr lang="en-US" sz="800" dirty="0">
                <a:solidFill>
                  <a:schemeClr val="bg1"/>
                </a:solidFill>
                <a:cs typeface="Arial" charset="0"/>
              </a:endParaRPr>
            </a:p>
          </p:txBody>
        </p:sp>
        <p:sp>
          <p:nvSpPr>
            <p:cNvPr id="17" name="AutoShape 24"/>
            <p:cNvSpPr>
              <a:spLocks noChangeArrowheads="1"/>
            </p:cNvSpPr>
            <p:nvPr/>
          </p:nvSpPr>
          <p:spPr bwMode="gray">
            <a:xfrm>
              <a:off x="1832270" y="1560285"/>
              <a:ext cx="1117618" cy="742272"/>
            </a:xfrm>
            <a:prstGeom prst="chevron">
              <a:avLst>
                <a:gd name="adj" fmla="val 32338"/>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2</a:t>
              </a:r>
            </a:p>
            <a:p>
              <a:pPr algn="ctr" defTabSz="820474">
                <a:lnSpc>
                  <a:spcPct val="106000"/>
                </a:lnSpc>
                <a:spcBef>
                  <a:spcPct val="30000"/>
                </a:spcBef>
                <a:buClr>
                  <a:srgbClr val="000000"/>
                </a:buClr>
              </a:pPr>
              <a:r>
                <a:rPr lang="en-US" sz="800" dirty="0">
                  <a:solidFill>
                    <a:schemeClr val="bg1"/>
                  </a:solidFill>
                </a:rPr>
                <a:t>Record Method Scope</a:t>
              </a:r>
            </a:p>
          </p:txBody>
        </p:sp>
        <p:sp>
          <p:nvSpPr>
            <p:cNvPr id="18" name="AutoShape 24"/>
            <p:cNvSpPr>
              <a:spLocks noChangeArrowheads="1"/>
            </p:cNvSpPr>
            <p:nvPr/>
          </p:nvSpPr>
          <p:spPr bwMode="gray">
            <a:xfrm>
              <a:off x="2763235" y="1560285"/>
              <a:ext cx="1117618" cy="742272"/>
            </a:xfrm>
            <a:prstGeom prst="chevron">
              <a:avLst>
                <a:gd name="adj" fmla="val 32338"/>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3</a:t>
              </a:r>
            </a:p>
            <a:p>
              <a:pPr algn="ctr" defTabSz="820474">
                <a:lnSpc>
                  <a:spcPct val="106000"/>
                </a:lnSpc>
                <a:spcBef>
                  <a:spcPct val="30000"/>
                </a:spcBef>
                <a:buClr>
                  <a:srgbClr val="000000"/>
                </a:buClr>
              </a:pPr>
              <a:r>
                <a:rPr lang="en-US" sz="800" dirty="0">
                  <a:solidFill>
                    <a:schemeClr val="bg1"/>
                  </a:solidFill>
                </a:rPr>
                <a:t>Define </a:t>
              </a:r>
              <a:r>
                <a:rPr lang="en-US" sz="800" dirty="0">
                  <a:solidFill>
                    <a:schemeClr val="bg1"/>
                  </a:solidFill>
                </a:rPr>
                <a:t>Schedule</a:t>
              </a:r>
              <a:r>
                <a:rPr lang="en-US" sz="800" dirty="0">
                  <a:solidFill>
                    <a:schemeClr val="bg1"/>
                  </a:solidFill>
                </a:rPr>
                <a:t/>
              </a:r>
              <a:br>
                <a:rPr lang="en-US" sz="800" dirty="0">
                  <a:solidFill>
                    <a:schemeClr val="bg1"/>
                  </a:solidFill>
                </a:rPr>
              </a:br>
              <a:endParaRPr lang="en-US" sz="800" dirty="0">
                <a:solidFill>
                  <a:schemeClr val="bg1"/>
                </a:solidFill>
              </a:endParaRPr>
            </a:p>
          </p:txBody>
        </p:sp>
        <p:sp>
          <p:nvSpPr>
            <p:cNvPr id="21" name="AutoShape 27"/>
            <p:cNvSpPr>
              <a:spLocks noChangeArrowheads="1"/>
            </p:cNvSpPr>
            <p:nvPr/>
          </p:nvSpPr>
          <p:spPr bwMode="gray">
            <a:xfrm>
              <a:off x="8059561"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9</a:t>
              </a:r>
              <a:endParaRPr lang="en-US" sz="800" dirty="0">
                <a:solidFill>
                  <a:schemeClr val="bg1"/>
                </a:solidFill>
                <a:cs typeface="Arial" charset="0"/>
              </a:endParaRP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Generate Summary / Work Plan</a:t>
              </a:r>
              <a:endParaRPr lang="en-US" sz="800" dirty="0">
                <a:solidFill>
                  <a:schemeClr val="bg1"/>
                </a:solidFill>
                <a:cs typeface="Arial" charset="0"/>
              </a:endParaRPr>
            </a:p>
          </p:txBody>
        </p:sp>
        <p:sp>
          <p:nvSpPr>
            <p:cNvPr id="23" name="AutoShape 23"/>
            <p:cNvSpPr>
              <a:spLocks noChangeArrowheads="1"/>
            </p:cNvSpPr>
            <p:nvPr/>
          </p:nvSpPr>
          <p:spPr bwMode="gray">
            <a:xfrm>
              <a:off x="68510" y="1561003"/>
              <a:ext cx="1068533" cy="740837"/>
            </a:xfrm>
            <a:prstGeom prst="chevron">
              <a:avLst>
                <a:gd name="adj" fmla="val 32648"/>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0</a:t>
              </a:r>
              <a:endParaRPr lang="en-US" sz="800" dirty="0">
                <a:solidFill>
                  <a:schemeClr val="bg1"/>
                </a:solidFill>
                <a:cs typeface="Arial" charset="0"/>
              </a:endParaRP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PE&amp;PS Prep</a:t>
              </a:r>
              <a:endParaRPr lang="en-US" sz="800" dirty="0">
                <a:solidFill>
                  <a:schemeClr val="bg1"/>
                </a:solidFill>
                <a:cs typeface="Arial" charset="0"/>
              </a:endParaRPr>
            </a:p>
          </p:txBody>
        </p:sp>
      </p:grpSp>
      <p:sp>
        <p:nvSpPr>
          <p:cNvPr id="24" name="AutoShape 23"/>
          <p:cNvSpPr>
            <a:spLocks noChangeArrowheads="1"/>
          </p:cNvSpPr>
          <p:nvPr/>
        </p:nvSpPr>
        <p:spPr bwMode="gray">
          <a:xfrm>
            <a:off x="6532123" y="6753472"/>
            <a:ext cx="1274626" cy="675223"/>
          </a:xfrm>
          <a:prstGeom prst="chevron">
            <a:avLst>
              <a:gd name="adj" fmla="val 32648"/>
            </a:avLst>
          </a:prstGeom>
          <a:solidFill>
            <a:schemeClr val="accent2"/>
          </a:solidFill>
          <a:ln w="28575" algn="ctr">
            <a:noFill/>
            <a:miter lim="800000"/>
            <a:headEnd/>
            <a:tailEnd/>
          </a:ln>
        </p:spPr>
        <p:txBody>
          <a:bodyPr lIns="71956" tIns="91381" rIns="71956" bIns="71956" anchor="ctr" anchorCtr="1"/>
          <a:lstStyle/>
          <a:p>
            <a:pPr algn="ctr" defTabSz="820343">
              <a:lnSpc>
                <a:spcPct val="106000"/>
              </a:lnSpc>
              <a:spcBef>
                <a:spcPct val="30000"/>
              </a:spcBef>
              <a:buClr>
                <a:schemeClr val="tx1"/>
              </a:buClr>
            </a:pPr>
            <a:r>
              <a:rPr lang="en-US" sz="1000" dirty="0" smtClean="0">
                <a:solidFill>
                  <a:schemeClr val="bg1"/>
                </a:solidFill>
              </a:rPr>
              <a:t>Step </a:t>
            </a:r>
            <a:r>
              <a:rPr lang="en-US" sz="1000" dirty="0" smtClean="0">
                <a:solidFill>
                  <a:schemeClr val="bg1"/>
                </a:solidFill>
              </a:rPr>
              <a:t>6.4</a:t>
            </a:r>
            <a:endParaRPr lang="en-US" sz="1000" dirty="0">
              <a:solidFill>
                <a:schemeClr val="bg1"/>
              </a:solidFill>
            </a:endParaRPr>
          </a:p>
          <a:p>
            <a:pPr algn="ctr" defTabSz="820343">
              <a:lnSpc>
                <a:spcPct val="106000"/>
              </a:lnSpc>
              <a:spcBef>
                <a:spcPct val="30000"/>
              </a:spcBef>
              <a:buClr>
                <a:schemeClr val="tx1"/>
              </a:buClr>
            </a:pPr>
            <a:r>
              <a:rPr lang="en-US" sz="1000" dirty="0" smtClean="0">
                <a:solidFill>
                  <a:schemeClr val="bg1"/>
                </a:solidFill>
              </a:rPr>
              <a:t>Review/</a:t>
            </a:r>
            <a:r>
              <a:rPr lang="en-US" sz="1000" dirty="0" err="1" smtClean="0">
                <a:solidFill>
                  <a:schemeClr val="bg1"/>
                </a:solidFill>
              </a:rPr>
              <a:t>adj</a:t>
            </a:r>
            <a:r>
              <a:rPr lang="en-US" sz="1000" dirty="0" smtClean="0">
                <a:solidFill>
                  <a:schemeClr val="bg1"/>
                </a:solidFill>
              </a:rPr>
              <a:t>  </a:t>
            </a:r>
            <a:r>
              <a:rPr lang="en-US" sz="1000" dirty="0">
                <a:solidFill>
                  <a:schemeClr val="bg1"/>
                </a:solidFill>
              </a:rPr>
              <a:t>Rate Group Allocation</a:t>
            </a:r>
            <a:endParaRPr lang="en-US" sz="1000"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E7F8F02A-A47B-4811-9890-B5988FAA4055}" type="slidenum">
              <a:rPr lang="en-US" smtClean="0"/>
              <a:pPr>
                <a:defRPr/>
              </a:pPr>
              <a:t>17</a:t>
            </a:fld>
            <a:endParaRPr lang="en-US"/>
          </a:p>
        </p:txBody>
      </p:sp>
      <p:graphicFrame>
        <p:nvGraphicFramePr>
          <p:cNvPr id="22" name="Group 28"/>
          <p:cNvGraphicFramePr>
            <a:graphicFrameLocks noGrp="1"/>
          </p:cNvGraphicFramePr>
          <p:nvPr>
            <p:extLst>
              <p:ext uri="{D42A27DB-BD31-4B8C-83A1-F6EECF244321}">
                <p14:modId xmlns:p14="http://schemas.microsoft.com/office/powerpoint/2010/main" val="1696692069"/>
              </p:ext>
            </p:extLst>
          </p:nvPr>
        </p:nvGraphicFramePr>
        <p:xfrm>
          <a:off x="1148335" y="3330163"/>
          <a:ext cx="8075227" cy="2991153"/>
        </p:xfrm>
        <a:graphic>
          <a:graphicData uri="http://schemas.openxmlformats.org/drawingml/2006/table">
            <a:tbl>
              <a:tblPr/>
              <a:tblGrid>
                <a:gridCol w="2106064"/>
                <a:gridCol w="5969163"/>
              </a:tblGrid>
              <a:tr h="1057168">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pPr>
                      <a:r>
                        <a:rPr kumimoji="0" lang="en-US" sz="1200" b="1" i="0" u="none" strike="noStrike" cap="none" normalizeH="0" baseline="0" dirty="0" smtClean="0">
                          <a:ln>
                            <a:noFill/>
                          </a:ln>
                          <a:solidFill>
                            <a:schemeClr val="accent1"/>
                          </a:solidFill>
                          <a:effectLst/>
                          <a:latin typeface="+mj-lt"/>
                          <a:cs typeface="Arial" charset="0"/>
                        </a:rPr>
                        <a:t>Description</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pPr>
                      <a:r>
                        <a:rPr lang="en-US" sz="1200" kern="1200" dirty="0" smtClean="0">
                          <a:solidFill>
                            <a:schemeClr val="tx2"/>
                          </a:solidFill>
                          <a:latin typeface="+mj-lt"/>
                          <a:ea typeface="+mn-ea"/>
                          <a:cs typeface="+mn-cs"/>
                        </a:rPr>
                        <a:t>As soon as the estimator is satisfied with the effort</a:t>
                      </a:r>
                      <a:r>
                        <a:rPr lang="en-US" sz="1200" kern="1200" baseline="0" dirty="0" smtClean="0">
                          <a:solidFill>
                            <a:schemeClr val="tx2"/>
                          </a:solidFill>
                          <a:latin typeface="+mj-lt"/>
                          <a:ea typeface="+mn-ea"/>
                          <a:cs typeface="+mn-cs"/>
                        </a:rPr>
                        <a:t> hours for this estimate, </a:t>
                      </a:r>
                      <a:r>
                        <a:rPr lang="en-US" sz="1200" kern="1200" baseline="0" dirty="0" smtClean="0">
                          <a:solidFill>
                            <a:schemeClr val="tx2"/>
                          </a:solidFill>
                          <a:latin typeface="+mj-lt"/>
                          <a:ea typeface="+mn-ea"/>
                          <a:cs typeface="+mn-cs"/>
                        </a:rPr>
                        <a:t>they will produce </a:t>
                      </a:r>
                      <a:r>
                        <a:rPr lang="en-US" sz="1200" kern="1200" baseline="0" dirty="0" smtClean="0">
                          <a:solidFill>
                            <a:schemeClr val="tx2"/>
                          </a:solidFill>
                          <a:latin typeface="+mj-lt"/>
                          <a:ea typeface="+mn-ea"/>
                          <a:cs typeface="+mn-cs"/>
                        </a:rPr>
                        <a:t>the Staffing </a:t>
                      </a:r>
                      <a:r>
                        <a:rPr lang="en-US" sz="1200" kern="1200" baseline="0" dirty="0" smtClean="0">
                          <a:solidFill>
                            <a:schemeClr val="tx2"/>
                          </a:solidFill>
                          <a:latin typeface="+mj-lt"/>
                          <a:ea typeface="+mn-ea"/>
                          <a:cs typeface="+mn-cs"/>
                        </a:rPr>
                        <a:t>Plan</a:t>
                      </a:r>
                      <a:endParaRPr lang="en-US" sz="1200" kern="1200" dirty="0" smtClean="0">
                        <a:solidFill>
                          <a:schemeClr val="tx2"/>
                        </a:solidFill>
                        <a:latin typeface="+mj-lt"/>
                        <a:ea typeface="+mn-ea"/>
                        <a:cs typeface="+mn-cs"/>
                      </a:endParaRP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pPr>
                      <a:r>
                        <a:rPr lang="en-US" sz="1200" kern="1200" dirty="0" smtClean="0">
                          <a:solidFill>
                            <a:schemeClr val="tx2"/>
                          </a:solidFill>
                          <a:latin typeface="+mj-lt"/>
                          <a:ea typeface="+mn-ea"/>
                          <a:cs typeface="+mn-cs"/>
                        </a:rPr>
                        <a:t>The</a:t>
                      </a:r>
                      <a:r>
                        <a:rPr lang="en-US" sz="1200" kern="1200" baseline="0" dirty="0" smtClean="0">
                          <a:solidFill>
                            <a:schemeClr val="tx2"/>
                          </a:solidFill>
                          <a:latin typeface="+mj-lt"/>
                          <a:ea typeface="+mn-ea"/>
                          <a:cs typeface="+mn-cs"/>
                        </a:rPr>
                        <a:t> level of resources and the source of resources need to be decided on while still remaining within the budgeted rate for the </a:t>
                      </a:r>
                      <a:r>
                        <a:rPr lang="en-US" sz="1200" kern="1200" baseline="0" dirty="0" smtClean="0">
                          <a:solidFill>
                            <a:schemeClr val="tx2"/>
                          </a:solidFill>
                          <a:latin typeface="+mj-lt"/>
                          <a:ea typeface="+mn-ea"/>
                          <a:cs typeface="+mn-cs"/>
                        </a:rPr>
                        <a:t>resources</a:t>
                      </a:r>
                      <a:endParaRPr lang="en-US" sz="1200" kern="1200" baseline="0" dirty="0" smtClean="0">
                        <a:solidFill>
                          <a:schemeClr val="tx2"/>
                        </a:solidFill>
                        <a:latin typeface="+mj-lt"/>
                        <a:ea typeface="+mn-ea"/>
                        <a:cs typeface="+mn-cs"/>
                      </a:endParaRP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pPr>
                      <a:r>
                        <a:rPr lang="en-US" sz="1200" kern="1200" baseline="0" dirty="0" smtClean="0">
                          <a:solidFill>
                            <a:schemeClr val="tx2"/>
                          </a:solidFill>
                          <a:latin typeface="+mj-lt"/>
                          <a:ea typeface="+mn-ea"/>
                          <a:cs typeface="+mn-cs"/>
                        </a:rPr>
                        <a:t>The </a:t>
                      </a:r>
                      <a:r>
                        <a:rPr lang="en-US" sz="1200" kern="1200" baseline="0" dirty="0" smtClean="0">
                          <a:solidFill>
                            <a:schemeClr val="tx2"/>
                          </a:solidFill>
                          <a:latin typeface="+mj-lt"/>
                          <a:ea typeface="+mn-ea"/>
                          <a:cs typeface="+mn-cs"/>
                        </a:rPr>
                        <a:t>staffing data will be used to populate the Pricing Model</a:t>
                      </a:r>
                      <a:endParaRPr lang="en-US" sz="1200" kern="1200" dirty="0">
                        <a:solidFill>
                          <a:schemeClr val="tx2"/>
                        </a:solidFill>
                        <a:latin typeface="+mj-lt"/>
                        <a:ea typeface="+mn-ea"/>
                        <a:cs typeface="+mn-cs"/>
                      </a:endParaRP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r h="498568">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defRPr/>
                      </a:pPr>
                      <a:r>
                        <a:rPr kumimoji="0" lang="en-US" sz="1200" b="1" i="0" u="none" strike="noStrike" cap="none" normalizeH="0" baseline="0" dirty="0" smtClean="0">
                          <a:ln>
                            <a:noFill/>
                          </a:ln>
                          <a:solidFill>
                            <a:schemeClr val="accent1"/>
                          </a:solidFill>
                          <a:effectLst/>
                          <a:latin typeface="+mj-lt"/>
                          <a:cs typeface="Arial" charset="0"/>
                        </a:rPr>
                        <a:t>Prerequisite Information</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What levels of resources are available</a:t>
                      </a:r>
                      <a:r>
                        <a:rPr lang="en-US" sz="1200" kern="1200" baseline="0" dirty="0" smtClean="0">
                          <a:solidFill>
                            <a:schemeClr val="tx2"/>
                          </a:solidFill>
                          <a:latin typeface="+mj-lt"/>
                          <a:ea typeface="+mn-ea"/>
                          <a:cs typeface="+mn-cs"/>
                        </a:rPr>
                        <a:t> to staff this project </a:t>
                      </a:r>
                      <a:r>
                        <a:rPr lang="en-US" sz="1200" kern="1200" baseline="0" dirty="0" smtClean="0">
                          <a:solidFill>
                            <a:schemeClr val="tx2"/>
                          </a:solidFill>
                          <a:latin typeface="+mj-lt"/>
                          <a:ea typeface="+mn-ea"/>
                          <a:cs typeface="+mn-cs"/>
                        </a:rPr>
                        <a:t>with?</a:t>
                      </a:r>
                      <a:endParaRPr lang="en-US" sz="1200" kern="1200" dirty="0" smtClean="0">
                        <a:solidFill>
                          <a:schemeClr val="tx2"/>
                        </a:solidFill>
                        <a:latin typeface="+mj-lt"/>
                        <a:ea typeface="+mn-ea"/>
                        <a:cs typeface="+mn-cs"/>
                      </a:endParaRP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Where will I source resources </a:t>
                      </a:r>
                      <a:r>
                        <a:rPr lang="en-US" sz="1200" kern="1200" dirty="0" smtClean="0">
                          <a:solidFill>
                            <a:schemeClr val="tx2"/>
                          </a:solidFill>
                          <a:latin typeface="+mj-lt"/>
                          <a:ea typeface="+mn-ea"/>
                          <a:cs typeface="+mn-cs"/>
                        </a:rPr>
                        <a:t>from?</a:t>
                      </a:r>
                      <a:endParaRPr lang="en-US" sz="1200" kern="1200" dirty="0" smtClean="0">
                        <a:solidFill>
                          <a:schemeClr val="tx2"/>
                        </a:solidFill>
                        <a:latin typeface="+mj-lt"/>
                        <a:ea typeface="+mn-ea"/>
                        <a:cs typeface="+mn-cs"/>
                      </a:endParaRP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Do I have specific staff</a:t>
                      </a:r>
                      <a:r>
                        <a:rPr lang="en-US" sz="1200" kern="1200" baseline="0" dirty="0" smtClean="0">
                          <a:solidFill>
                            <a:schemeClr val="tx2"/>
                          </a:solidFill>
                          <a:latin typeface="+mj-lt"/>
                          <a:ea typeface="+mn-ea"/>
                          <a:cs typeface="+mn-cs"/>
                        </a:rPr>
                        <a:t> already allocated for certain roles?</a:t>
                      </a:r>
                      <a:endParaRPr lang="en-US" sz="1200" kern="1200" dirty="0" smtClean="0">
                        <a:solidFill>
                          <a:schemeClr val="tx2"/>
                        </a:solidFill>
                        <a:latin typeface="+mj-lt"/>
                        <a:ea typeface="+mn-ea"/>
                        <a:cs typeface="+mn-cs"/>
                      </a:endParaRP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r h="919863">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defRPr/>
                      </a:pPr>
                      <a:r>
                        <a:rPr kumimoji="0" lang="en-US" sz="1200" b="1" i="0" u="none" strike="noStrike" cap="none" normalizeH="0" baseline="0" dirty="0" smtClean="0">
                          <a:ln>
                            <a:noFill/>
                          </a:ln>
                          <a:solidFill>
                            <a:schemeClr val="accent1"/>
                          </a:solidFill>
                          <a:effectLst/>
                          <a:latin typeface="+mj-lt"/>
                          <a:cs typeface="Arial" charset="0"/>
                        </a:rPr>
                        <a:t>Other Resources</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Demo</a:t>
                      </a:r>
                      <a:r>
                        <a:rPr lang="en-US" sz="1200" kern="1200" dirty="0" smtClean="0">
                          <a:solidFill>
                            <a:schemeClr val="tx2"/>
                          </a:solidFill>
                          <a:latin typeface="+mj-lt"/>
                          <a:ea typeface="+mn-ea"/>
                          <a:cs typeface="+mn-cs"/>
                        </a:rPr>
                        <a:t>: Review fiscal reports</a:t>
                      </a: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Demo: Generate pricing model interface</a:t>
                      </a: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bl>
          </a:graphicData>
        </a:graphic>
      </p:graphicFrame>
      <p:sp>
        <p:nvSpPr>
          <p:cNvPr id="25" name="Round Single Corner Rectangle 24"/>
          <p:cNvSpPr/>
          <p:nvPr/>
        </p:nvSpPr>
        <p:spPr>
          <a:xfrm>
            <a:off x="1158540" y="2177899"/>
            <a:ext cx="8027720" cy="665019"/>
          </a:xfrm>
          <a:prstGeom prst="round1Rect">
            <a:avLst>
              <a:gd name="adj" fmla="val 0"/>
            </a:avLst>
          </a:prstGeom>
          <a:solidFill>
            <a:schemeClr val="bg1"/>
          </a:solidFill>
          <a:ln w="28575" algn="ctr">
            <a:solidFill>
              <a:schemeClr val="accent2"/>
            </a:solidFill>
            <a:miter lim="800000"/>
            <a:headEnd/>
            <a:tailEnd/>
          </a:ln>
        </p:spPr>
        <p:txBody>
          <a:bodyPr lIns="71956" tIns="91381" rIns="71956" bIns="71956" anchor="t" anchorCtr="0"/>
          <a:lstStyle/>
          <a:p>
            <a:pPr defTabSz="820080">
              <a:lnSpc>
                <a:spcPct val="106000"/>
              </a:lnSpc>
              <a:spcBef>
                <a:spcPct val="30000"/>
              </a:spcBef>
              <a:buClr>
                <a:schemeClr val="tx1"/>
              </a:buClr>
            </a:pPr>
            <a:r>
              <a:rPr lang="en-US" sz="1200" dirty="0">
                <a:solidFill>
                  <a:schemeClr val="tx2"/>
                </a:solidFill>
              </a:rPr>
              <a:t>Objective: To review Fiscal outputs in order to generate the Staffing </a:t>
            </a:r>
            <a:r>
              <a:rPr lang="en-US" sz="1200" dirty="0" smtClean="0">
                <a:solidFill>
                  <a:schemeClr val="tx2"/>
                </a:solidFill>
              </a:rPr>
              <a:t>Plan</a:t>
            </a:r>
            <a:endParaRPr lang="en-US" sz="1200" dirty="0">
              <a:solidFill>
                <a:schemeClr val="tx2"/>
              </a:solidFill>
            </a:endParaRPr>
          </a:p>
        </p:txBody>
      </p:sp>
      <p:sp>
        <p:nvSpPr>
          <p:cNvPr id="19" name="Title 18"/>
          <p:cNvSpPr>
            <a:spLocks noGrp="1"/>
          </p:cNvSpPr>
          <p:nvPr>
            <p:ph type="title"/>
          </p:nvPr>
        </p:nvSpPr>
        <p:spPr>
          <a:xfrm>
            <a:off x="430341" y="400344"/>
            <a:ext cx="9126000" cy="630000"/>
          </a:xfrm>
        </p:spPr>
        <p:txBody>
          <a:bodyPr/>
          <a:lstStyle/>
          <a:p>
            <a:r>
              <a:rPr lang="en-US" dirty="0" smtClean="0"/>
              <a:t>Step 7: </a:t>
            </a:r>
            <a:r>
              <a:rPr lang="en-US" dirty="0" smtClean="0"/>
              <a:t>Complete Staffing Model</a:t>
            </a:r>
            <a:endParaRPr lang="en-US" dirty="0"/>
          </a:p>
        </p:txBody>
      </p:sp>
      <p:grpSp>
        <p:nvGrpSpPr>
          <p:cNvPr id="2" name="Group 57"/>
          <p:cNvGrpSpPr/>
          <p:nvPr/>
        </p:nvGrpSpPr>
        <p:grpSpPr>
          <a:xfrm>
            <a:off x="3733328" y="6572179"/>
            <a:ext cx="2420697" cy="675223"/>
            <a:chOff x="3282071" y="5835184"/>
            <a:chExt cx="2420697" cy="675223"/>
          </a:xfrm>
        </p:grpSpPr>
        <p:sp>
          <p:nvSpPr>
            <p:cNvPr id="18" name="AutoShape 23"/>
            <p:cNvSpPr>
              <a:spLocks noChangeArrowheads="1"/>
            </p:cNvSpPr>
            <p:nvPr/>
          </p:nvSpPr>
          <p:spPr bwMode="gray">
            <a:xfrm>
              <a:off x="3282071" y="5835184"/>
              <a:ext cx="1284521" cy="675223"/>
            </a:xfrm>
            <a:prstGeom prst="chevron">
              <a:avLst>
                <a:gd name="adj" fmla="val 32648"/>
              </a:avLst>
            </a:prstGeom>
            <a:solidFill>
              <a:srgbClr val="92D400"/>
            </a:solidFill>
            <a:ln w="28575" algn="ctr">
              <a:noFill/>
              <a:miter lim="800000"/>
              <a:headEnd/>
              <a:tailEnd/>
            </a:ln>
          </p:spPr>
          <p:txBody>
            <a:bodyPr lIns="71989" tIns="91426" rIns="71989" bIns="71989" anchor="ctr" anchorCtr="1"/>
            <a:lstStyle/>
            <a:p>
              <a:pPr algn="ctr" defTabSz="820343">
                <a:lnSpc>
                  <a:spcPct val="106000"/>
                </a:lnSpc>
                <a:spcBef>
                  <a:spcPct val="30000"/>
                </a:spcBef>
                <a:buClr>
                  <a:schemeClr val="tx1"/>
                </a:buClr>
              </a:pPr>
              <a:r>
                <a:rPr lang="en-US" sz="1000" dirty="0" smtClean="0">
                  <a:solidFill>
                    <a:schemeClr val="bg1"/>
                  </a:solidFill>
                </a:rPr>
                <a:t>Step 7.1</a:t>
              </a:r>
            </a:p>
            <a:p>
              <a:pPr algn="ctr" defTabSz="820343">
                <a:lnSpc>
                  <a:spcPct val="106000"/>
                </a:lnSpc>
                <a:spcBef>
                  <a:spcPct val="30000"/>
                </a:spcBef>
                <a:buClr>
                  <a:schemeClr val="tx1"/>
                </a:buClr>
              </a:pPr>
              <a:r>
                <a:rPr lang="en-US" sz="1000" dirty="0" smtClean="0">
                  <a:solidFill>
                    <a:schemeClr val="bg1"/>
                  </a:solidFill>
                </a:rPr>
                <a:t>Run Staffing Plan Interface</a:t>
              </a:r>
              <a:endParaRPr lang="en-US" sz="1000" dirty="0">
                <a:solidFill>
                  <a:schemeClr val="bg1"/>
                </a:solidFill>
              </a:endParaRPr>
            </a:p>
          </p:txBody>
        </p:sp>
        <p:sp>
          <p:nvSpPr>
            <p:cNvPr id="20" name="AutoShape 23"/>
            <p:cNvSpPr>
              <a:spLocks noChangeArrowheads="1"/>
            </p:cNvSpPr>
            <p:nvPr/>
          </p:nvSpPr>
          <p:spPr bwMode="gray">
            <a:xfrm>
              <a:off x="4428142" y="5835184"/>
              <a:ext cx="1274626" cy="675223"/>
            </a:xfrm>
            <a:prstGeom prst="chevron">
              <a:avLst>
                <a:gd name="adj" fmla="val 32648"/>
              </a:avLst>
            </a:prstGeom>
            <a:solidFill>
              <a:srgbClr val="92D400"/>
            </a:solidFill>
            <a:ln w="28575" algn="ctr">
              <a:noFill/>
              <a:miter lim="800000"/>
              <a:headEnd/>
              <a:tailEnd/>
            </a:ln>
          </p:spPr>
          <p:txBody>
            <a:bodyPr lIns="71989" tIns="91426" rIns="71989" bIns="71989" anchor="ctr" anchorCtr="1"/>
            <a:lstStyle/>
            <a:p>
              <a:pPr algn="ctr" defTabSz="820343">
                <a:lnSpc>
                  <a:spcPct val="106000"/>
                </a:lnSpc>
                <a:spcBef>
                  <a:spcPct val="30000"/>
                </a:spcBef>
                <a:buClr>
                  <a:schemeClr val="tx1"/>
                </a:buClr>
              </a:pPr>
              <a:r>
                <a:rPr lang="en-US" sz="1000" dirty="0" smtClean="0">
                  <a:solidFill>
                    <a:schemeClr val="bg1"/>
                  </a:solidFill>
                </a:rPr>
                <a:t>Step 7.2</a:t>
              </a:r>
            </a:p>
            <a:p>
              <a:pPr algn="ctr" defTabSz="820343">
                <a:lnSpc>
                  <a:spcPct val="106000"/>
                </a:lnSpc>
                <a:spcBef>
                  <a:spcPct val="30000"/>
                </a:spcBef>
                <a:buClr>
                  <a:schemeClr val="tx1"/>
                </a:buClr>
              </a:pPr>
              <a:r>
                <a:rPr lang="en-US" sz="1000" dirty="0" smtClean="0">
                  <a:solidFill>
                    <a:schemeClr val="bg1"/>
                  </a:solidFill>
                </a:rPr>
                <a:t>Build Staffing Plan</a:t>
              </a:r>
              <a:endParaRPr lang="en-US" sz="1000" dirty="0">
                <a:solidFill>
                  <a:schemeClr val="bg1"/>
                </a:solidFill>
              </a:endParaRPr>
            </a:p>
          </p:txBody>
        </p:sp>
      </p:grpSp>
      <p:grpSp>
        <p:nvGrpSpPr>
          <p:cNvPr id="12" name="Group 11"/>
          <p:cNvGrpSpPr/>
          <p:nvPr/>
        </p:nvGrpSpPr>
        <p:grpSpPr>
          <a:xfrm>
            <a:off x="191068" y="940303"/>
            <a:ext cx="9796991" cy="742272"/>
            <a:chOff x="68510" y="1560285"/>
            <a:chExt cx="9050776" cy="742272"/>
          </a:xfrm>
        </p:grpSpPr>
        <p:sp>
          <p:nvSpPr>
            <p:cNvPr id="13" name="AutoShape 23"/>
            <p:cNvSpPr>
              <a:spLocks noChangeArrowheads="1"/>
            </p:cNvSpPr>
            <p:nvPr/>
          </p:nvSpPr>
          <p:spPr bwMode="gray">
            <a:xfrm>
              <a:off x="950390" y="1561003"/>
              <a:ext cx="1068533" cy="740837"/>
            </a:xfrm>
            <a:prstGeom prst="chevron">
              <a:avLst>
                <a:gd name="adj" fmla="val 32648"/>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1</a:t>
              </a:r>
            </a:p>
            <a:p>
              <a:pPr algn="ctr" defTabSz="820474">
                <a:lnSpc>
                  <a:spcPct val="106000"/>
                </a:lnSpc>
                <a:spcBef>
                  <a:spcPct val="30000"/>
                </a:spcBef>
                <a:buClr>
                  <a:srgbClr val="000000"/>
                </a:buClr>
              </a:pPr>
              <a:r>
                <a:rPr lang="en-US" sz="800" dirty="0">
                  <a:solidFill>
                    <a:schemeClr val="bg1"/>
                  </a:solidFill>
                </a:rPr>
                <a:t>Set Up</a:t>
              </a:r>
            </a:p>
            <a:p>
              <a:pPr algn="ctr" defTabSz="820474">
                <a:lnSpc>
                  <a:spcPct val="106000"/>
                </a:lnSpc>
                <a:spcBef>
                  <a:spcPct val="30000"/>
                </a:spcBef>
                <a:buClr>
                  <a:srgbClr val="000000"/>
                </a:buClr>
              </a:pPr>
              <a:r>
                <a:rPr lang="en-US" sz="800" dirty="0">
                  <a:solidFill>
                    <a:schemeClr val="bg1"/>
                  </a:solidFill>
                </a:rPr>
                <a:t>Project</a:t>
              </a:r>
            </a:p>
          </p:txBody>
        </p:sp>
        <p:sp>
          <p:nvSpPr>
            <p:cNvPr id="14" name="AutoShape 25"/>
            <p:cNvSpPr>
              <a:spLocks noChangeArrowheads="1"/>
            </p:cNvSpPr>
            <p:nvPr/>
          </p:nvSpPr>
          <p:spPr bwMode="gray">
            <a:xfrm>
              <a:off x="3694200" y="1560644"/>
              <a:ext cx="1059725" cy="741554"/>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4</a:t>
              </a:r>
            </a:p>
            <a:p>
              <a:pPr algn="ctr" defTabSz="820474">
                <a:lnSpc>
                  <a:spcPct val="106000"/>
                </a:lnSpc>
                <a:spcBef>
                  <a:spcPct val="30000"/>
                </a:spcBef>
                <a:buClr>
                  <a:srgbClr val="000000"/>
                </a:buClr>
              </a:pPr>
              <a:r>
                <a:rPr lang="en-US" sz="800" dirty="0">
                  <a:solidFill>
                    <a:schemeClr val="bg1"/>
                  </a:solidFill>
                </a:rPr>
                <a:t>Record Product Scope</a:t>
              </a:r>
            </a:p>
          </p:txBody>
        </p:sp>
        <p:sp>
          <p:nvSpPr>
            <p:cNvPr id="15" name="AutoShape 26"/>
            <p:cNvSpPr>
              <a:spLocks noChangeArrowheads="1"/>
            </p:cNvSpPr>
            <p:nvPr/>
          </p:nvSpPr>
          <p:spPr bwMode="gray">
            <a:xfrm>
              <a:off x="4567272"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5</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Define Project </a:t>
              </a:r>
              <a:r>
                <a:rPr lang="en-US" sz="800" dirty="0" smtClean="0">
                  <a:solidFill>
                    <a:schemeClr val="bg1"/>
                  </a:solidFill>
                  <a:cs typeface="Arial" charset="0"/>
                </a:rPr>
                <a:t>Resources</a:t>
              </a:r>
              <a:endParaRPr lang="en-US" sz="800" dirty="0">
                <a:solidFill>
                  <a:schemeClr val="bg1"/>
                </a:solidFill>
                <a:cs typeface="Arial" charset="0"/>
              </a:endParaRPr>
            </a:p>
          </p:txBody>
        </p:sp>
        <p:sp>
          <p:nvSpPr>
            <p:cNvPr id="16" name="AutoShape 27"/>
            <p:cNvSpPr>
              <a:spLocks noChangeArrowheads="1"/>
            </p:cNvSpPr>
            <p:nvPr/>
          </p:nvSpPr>
          <p:spPr bwMode="gray">
            <a:xfrm>
              <a:off x="5440344"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6</a:t>
              </a:r>
            </a:p>
            <a:p>
              <a:pPr algn="ctr" defTabSz="820474">
                <a:lnSpc>
                  <a:spcPct val="106000"/>
                </a:lnSpc>
                <a:spcBef>
                  <a:spcPct val="30000"/>
                </a:spcBef>
                <a:buClr>
                  <a:srgbClr val="000000"/>
                </a:buClr>
              </a:pPr>
              <a:r>
                <a:rPr lang="en-US" sz="800" dirty="0">
                  <a:solidFill>
                    <a:schemeClr val="bg1"/>
                  </a:solidFill>
                </a:rPr>
                <a:t>Review </a:t>
              </a:r>
              <a:r>
                <a:rPr lang="en-US" sz="800" dirty="0">
                  <a:solidFill>
                    <a:schemeClr val="bg1"/>
                  </a:solidFill>
                </a:rPr>
                <a:t>Effort and Costs</a:t>
              </a:r>
              <a:endParaRPr lang="en-US" sz="800" dirty="0">
                <a:solidFill>
                  <a:schemeClr val="bg1"/>
                </a:solidFill>
              </a:endParaRPr>
            </a:p>
          </p:txBody>
        </p:sp>
        <p:sp>
          <p:nvSpPr>
            <p:cNvPr id="17" name="AutoShape 28"/>
            <p:cNvSpPr>
              <a:spLocks noChangeArrowheads="1"/>
            </p:cNvSpPr>
            <p:nvPr/>
          </p:nvSpPr>
          <p:spPr bwMode="gray">
            <a:xfrm>
              <a:off x="6313416" y="1561003"/>
              <a:ext cx="1059725" cy="740837"/>
            </a:xfrm>
            <a:prstGeom prst="chevron">
              <a:avLst>
                <a:gd name="adj" fmla="val 32379"/>
              </a:avLst>
            </a:prstGeom>
            <a:solidFill>
              <a:srgbClr val="92D400"/>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b="1" dirty="0">
                  <a:solidFill>
                    <a:schemeClr val="bg1"/>
                  </a:solidFill>
                </a:rPr>
                <a:t>7</a:t>
              </a:r>
            </a:p>
            <a:p>
              <a:pPr algn="ctr" defTabSz="820474">
                <a:lnSpc>
                  <a:spcPct val="106000"/>
                </a:lnSpc>
                <a:spcBef>
                  <a:spcPct val="30000"/>
                </a:spcBef>
                <a:buClr>
                  <a:srgbClr val="000000"/>
                </a:buClr>
              </a:pPr>
              <a:r>
                <a:rPr lang="en-US" sz="800" b="1" dirty="0">
                  <a:solidFill>
                    <a:schemeClr val="bg1"/>
                  </a:solidFill>
                </a:rPr>
                <a:t>Complete Staffing Model</a:t>
              </a:r>
              <a:endParaRPr lang="en-US" sz="800" b="1" dirty="0">
                <a:solidFill>
                  <a:schemeClr val="bg1"/>
                </a:solidFill>
              </a:endParaRPr>
            </a:p>
          </p:txBody>
        </p:sp>
        <p:sp>
          <p:nvSpPr>
            <p:cNvPr id="26" name="AutoShape 27"/>
            <p:cNvSpPr>
              <a:spLocks noChangeArrowheads="1"/>
            </p:cNvSpPr>
            <p:nvPr/>
          </p:nvSpPr>
          <p:spPr bwMode="gray">
            <a:xfrm>
              <a:off x="7186488"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8</a:t>
              </a: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Complete Pricing Model </a:t>
              </a:r>
              <a:endParaRPr lang="en-US" sz="800" dirty="0">
                <a:solidFill>
                  <a:schemeClr val="bg1"/>
                </a:solidFill>
                <a:cs typeface="Arial" charset="0"/>
              </a:endParaRPr>
            </a:p>
          </p:txBody>
        </p:sp>
        <p:sp>
          <p:nvSpPr>
            <p:cNvPr id="27" name="AutoShape 24"/>
            <p:cNvSpPr>
              <a:spLocks noChangeArrowheads="1"/>
            </p:cNvSpPr>
            <p:nvPr/>
          </p:nvSpPr>
          <p:spPr bwMode="gray">
            <a:xfrm>
              <a:off x="1832270" y="1560285"/>
              <a:ext cx="1117618" cy="742272"/>
            </a:xfrm>
            <a:prstGeom prst="chevron">
              <a:avLst>
                <a:gd name="adj" fmla="val 32338"/>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2</a:t>
              </a:r>
            </a:p>
            <a:p>
              <a:pPr algn="ctr" defTabSz="820474">
                <a:lnSpc>
                  <a:spcPct val="106000"/>
                </a:lnSpc>
                <a:spcBef>
                  <a:spcPct val="30000"/>
                </a:spcBef>
                <a:buClr>
                  <a:srgbClr val="000000"/>
                </a:buClr>
              </a:pPr>
              <a:r>
                <a:rPr lang="en-US" sz="800" dirty="0">
                  <a:solidFill>
                    <a:schemeClr val="bg1"/>
                  </a:solidFill>
                </a:rPr>
                <a:t>Record Method Scope</a:t>
              </a:r>
            </a:p>
          </p:txBody>
        </p:sp>
        <p:sp>
          <p:nvSpPr>
            <p:cNvPr id="28" name="AutoShape 24"/>
            <p:cNvSpPr>
              <a:spLocks noChangeArrowheads="1"/>
            </p:cNvSpPr>
            <p:nvPr/>
          </p:nvSpPr>
          <p:spPr bwMode="gray">
            <a:xfrm>
              <a:off x="2763235" y="1560285"/>
              <a:ext cx="1117618" cy="742272"/>
            </a:xfrm>
            <a:prstGeom prst="chevron">
              <a:avLst>
                <a:gd name="adj" fmla="val 32338"/>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3</a:t>
              </a:r>
            </a:p>
            <a:p>
              <a:pPr algn="ctr" defTabSz="820474">
                <a:lnSpc>
                  <a:spcPct val="106000"/>
                </a:lnSpc>
                <a:spcBef>
                  <a:spcPct val="30000"/>
                </a:spcBef>
                <a:buClr>
                  <a:srgbClr val="000000"/>
                </a:buClr>
              </a:pPr>
              <a:r>
                <a:rPr lang="en-US" sz="800" dirty="0">
                  <a:solidFill>
                    <a:schemeClr val="bg1"/>
                  </a:solidFill>
                </a:rPr>
                <a:t>Define </a:t>
              </a:r>
              <a:r>
                <a:rPr lang="en-US" sz="800" dirty="0">
                  <a:solidFill>
                    <a:schemeClr val="bg1"/>
                  </a:solidFill>
                </a:rPr>
                <a:t>Schedule</a:t>
              </a:r>
              <a:r>
                <a:rPr lang="en-US" sz="800" dirty="0">
                  <a:solidFill>
                    <a:schemeClr val="bg1"/>
                  </a:solidFill>
                </a:rPr>
                <a:t/>
              </a:r>
              <a:br>
                <a:rPr lang="en-US" sz="800" dirty="0">
                  <a:solidFill>
                    <a:schemeClr val="bg1"/>
                  </a:solidFill>
                </a:rPr>
              </a:br>
              <a:endParaRPr lang="en-US" sz="800" dirty="0">
                <a:solidFill>
                  <a:schemeClr val="bg1"/>
                </a:solidFill>
              </a:endParaRPr>
            </a:p>
          </p:txBody>
        </p:sp>
        <p:sp>
          <p:nvSpPr>
            <p:cNvPr id="29" name="AutoShape 27"/>
            <p:cNvSpPr>
              <a:spLocks noChangeArrowheads="1"/>
            </p:cNvSpPr>
            <p:nvPr/>
          </p:nvSpPr>
          <p:spPr bwMode="gray">
            <a:xfrm>
              <a:off x="8059561"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9</a:t>
              </a:r>
              <a:endParaRPr lang="en-US" sz="800" dirty="0">
                <a:solidFill>
                  <a:schemeClr val="bg1"/>
                </a:solidFill>
                <a:cs typeface="Arial" charset="0"/>
              </a:endParaRP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Generate Summary / Work Plan</a:t>
              </a:r>
              <a:endParaRPr lang="en-US" sz="800" dirty="0">
                <a:solidFill>
                  <a:schemeClr val="bg1"/>
                </a:solidFill>
                <a:cs typeface="Arial" charset="0"/>
              </a:endParaRPr>
            </a:p>
          </p:txBody>
        </p:sp>
        <p:sp>
          <p:nvSpPr>
            <p:cNvPr id="30" name="AutoShape 23"/>
            <p:cNvSpPr>
              <a:spLocks noChangeArrowheads="1"/>
            </p:cNvSpPr>
            <p:nvPr/>
          </p:nvSpPr>
          <p:spPr bwMode="gray">
            <a:xfrm>
              <a:off x="68510" y="1561003"/>
              <a:ext cx="1068533" cy="740837"/>
            </a:xfrm>
            <a:prstGeom prst="chevron">
              <a:avLst>
                <a:gd name="adj" fmla="val 32648"/>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0</a:t>
              </a:r>
              <a:endParaRPr lang="en-US" sz="800" dirty="0">
                <a:solidFill>
                  <a:schemeClr val="bg1"/>
                </a:solidFill>
                <a:cs typeface="Arial" charset="0"/>
              </a:endParaRP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PE&amp;PS Prep</a:t>
              </a:r>
              <a:endParaRPr lang="en-US" sz="800" dirty="0">
                <a:solidFill>
                  <a:schemeClr val="bg1"/>
                </a:solidFill>
                <a:cs typeface="Arial" charset="0"/>
              </a:endParaRPr>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E7F8F02A-A47B-4811-9890-B5988FAA4055}" type="slidenum">
              <a:rPr lang="en-US" smtClean="0"/>
              <a:pPr>
                <a:defRPr/>
              </a:pPr>
              <a:t>18</a:t>
            </a:fld>
            <a:endParaRPr lang="en-US"/>
          </a:p>
        </p:txBody>
      </p:sp>
      <p:graphicFrame>
        <p:nvGraphicFramePr>
          <p:cNvPr id="22" name="Group 28"/>
          <p:cNvGraphicFramePr>
            <a:graphicFrameLocks noGrp="1"/>
          </p:cNvGraphicFramePr>
          <p:nvPr>
            <p:extLst>
              <p:ext uri="{D42A27DB-BD31-4B8C-83A1-F6EECF244321}">
                <p14:modId xmlns:p14="http://schemas.microsoft.com/office/powerpoint/2010/main" val="679436794"/>
              </p:ext>
            </p:extLst>
          </p:nvPr>
        </p:nvGraphicFramePr>
        <p:xfrm>
          <a:off x="1148335" y="3330163"/>
          <a:ext cx="8075227" cy="2744597"/>
        </p:xfrm>
        <a:graphic>
          <a:graphicData uri="http://schemas.openxmlformats.org/drawingml/2006/table">
            <a:tbl>
              <a:tblPr/>
              <a:tblGrid>
                <a:gridCol w="2106064"/>
                <a:gridCol w="5969163"/>
              </a:tblGrid>
              <a:tr h="600392">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pPr>
                      <a:r>
                        <a:rPr kumimoji="0" lang="en-US" sz="1200" b="1" i="0" u="none" strike="noStrike" cap="none" normalizeH="0" baseline="0" dirty="0" smtClean="0">
                          <a:ln>
                            <a:noFill/>
                          </a:ln>
                          <a:solidFill>
                            <a:schemeClr val="accent1"/>
                          </a:solidFill>
                          <a:effectLst/>
                          <a:latin typeface="+mj-lt"/>
                          <a:cs typeface="Arial" charset="0"/>
                        </a:rPr>
                        <a:t>Description</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pPr>
                      <a:r>
                        <a:rPr lang="en-US" sz="1200" kern="1200" dirty="0" smtClean="0">
                          <a:solidFill>
                            <a:schemeClr val="tx2"/>
                          </a:solidFill>
                          <a:latin typeface="+mj-lt"/>
                          <a:ea typeface="+mn-ea"/>
                          <a:cs typeface="+mn-cs"/>
                        </a:rPr>
                        <a:t>Engage Pricing</a:t>
                      </a:r>
                      <a:r>
                        <a:rPr lang="en-US" sz="1200" kern="1200" baseline="0" dirty="0" smtClean="0">
                          <a:solidFill>
                            <a:schemeClr val="tx2"/>
                          </a:solidFill>
                          <a:latin typeface="+mj-lt"/>
                          <a:ea typeface="+mn-ea"/>
                          <a:cs typeface="+mn-cs"/>
                        </a:rPr>
                        <a:t> COE (this should be done at the start of the proposal effort is the project is over $20M)</a:t>
                      </a:r>
                      <a:endParaRPr lang="en-US" sz="1200" kern="1200" dirty="0" smtClean="0">
                        <a:solidFill>
                          <a:schemeClr val="tx2"/>
                        </a:solidFill>
                        <a:latin typeface="+mj-lt"/>
                        <a:ea typeface="+mn-ea"/>
                        <a:cs typeface="+mn-cs"/>
                      </a:endParaRP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pPr>
                      <a:r>
                        <a:rPr lang="en-US" sz="1200" kern="1200" dirty="0" smtClean="0">
                          <a:solidFill>
                            <a:schemeClr val="tx2"/>
                          </a:solidFill>
                          <a:latin typeface="+mj-lt"/>
                          <a:ea typeface="+mn-ea"/>
                          <a:cs typeface="+mn-cs"/>
                        </a:rPr>
                        <a:t>When the </a:t>
                      </a:r>
                      <a:r>
                        <a:rPr lang="en-US" sz="1200" kern="1200" dirty="0" smtClean="0">
                          <a:solidFill>
                            <a:schemeClr val="tx2"/>
                          </a:solidFill>
                          <a:latin typeface="+mj-lt"/>
                          <a:ea typeface="+mn-ea"/>
                          <a:cs typeface="+mn-cs"/>
                        </a:rPr>
                        <a:t>estimator is satisfied with the effort</a:t>
                      </a:r>
                      <a:r>
                        <a:rPr lang="en-US" sz="1200" kern="1200" baseline="0" dirty="0" smtClean="0">
                          <a:solidFill>
                            <a:schemeClr val="tx2"/>
                          </a:solidFill>
                          <a:latin typeface="+mj-lt"/>
                          <a:ea typeface="+mn-ea"/>
                          <a:cs typeface="+mn-cs"/>
                        </a:rPr>
                        <a:t> hours for this </a:t>
                      </a:r>
                      <a:r>
                        <a:rPr lang="en-US" sz="1200" kern="1200" baseline="0" dirty="0" smtClean="0">
                          <a:solidFill>
                            <a:schemeClr val="tx2"/>
                          </a:solidFill>
                          <a:latin typeface="+mj-lt"/>
                          <a:ea typeface="+mn-ea"/>
                          <a:cs typeface="+mn-cs"/>
                        </a:rPr>
                        <a:t>Staffing Plan, they will update the Pricing model</a:t>
                      </a: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pPr>
                      <a:r>
                        <a:rPr lang="en-US" sz="1200" kern="1200" baseline="0" dirty="0" smtClean="0">
                          <a:solidFill>
                            <a:schemeClr val="tx2"/>
                          </a:solidFill>
                          <a:latin typeface="+mj-lt"/>
                          <a:ea typeface="+mn-ea"/>
                          <a:cs typeface="+mn-cs"/>
                        </a:rPr>
                        <a:t>Update Pricing Model with required information</a:t>
                      </a:r>
                      <a:endParaRPr lang="en-US" sz="1200" kern="1200" dirty="0" smtClean="0">
                        <a:solidFill>
                          <a:schemeClr val="tx2"/>
                        </a:solidFill>
                        <a:latin typeface="+mj-lt"/>
                        <a:ea typeface="+mn-ea"/>
                        <a:cs typeface="+mn-cs"/>
                      </a:endParaRP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r h="816247">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defRPr/>
                      </a:pPr>
                      <a:r>
                        <a:rPr kumimoji="0" lang="en-US" sz="1200" b="1" i="0" u="none" strike="noStrike" cap="none" normalizeH="0" baseline="0" dirty="0" smtClean="0">
                          <a:ln>
                            <a:noFill/>
                          </a:ln>
                          <a:solidFill>
                            <a:schemeClr val="accent1"/>
                          </a:solidFill>
                          <a:effectLst/>
                          <a:latin typeface="+mj-lt"/>
                          <a:cs typeface="Arial" charset="0"/>
                        </a:rPr>
                        <a:t>Prerequisite Information</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Completed and approved Staffing</a:t>
                      </a:r>
                      <a:r>
                        <a:rPr lang="en-US" sz="1200" kern="1200" baseline="0" dirty="0" smtClean="0">
                          <a:solidFill>
                            <a:schemeClr val="tx2"/>
                          </a:solidFill>
                          <a:latin typeface="+mj-lt"/>
                          <a:ea typeface="+mn-ea"/>
                          <a:cs typeface="+mn-cs"/>
                        </a:rPr>
                        <a:t> Plan</a:t>
                      </a:r>
                      <a:endParaRPr lang="en-US" sz="1200" kern="1200" dirty="0" smtClean="0">
                        <a:solidFill>
                          <a:schemeClr val="tx2"/>
                        </a:solidFill>
                        <a:latin typeface="+mj-lt"/>
                        <a:ea typeface="+mn-ea"/>
                        <a:cs typeface="+mn-cs"/>
                      </a:endParaRPr>
                    </a:p>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Current</a:t>
                      </a:r>
                      <a:r>
                        <a:rPr lang="en-US" sz="1200" kern="1200" baseline="0" dirty="0" smtClean="0">
                          <a:solidFill>
                            <a:schemeClr val="tx2"/>
                          </a:solidFill>
                          <a:latin typeface="+mj-lt"/>
                          <a:ea typeface="+mn-ea"/>
                          <a:cs typeface="+mn-cs"/>
                        </a:rPr>
                        <a:t> Pricing Model from PCOE</a:t>
                      </a:r>
                      <a:endParaRPr lang="en-US" sz="1200" kern="1200" dirty="0" smtClean="0">
                        <a:solidFill>
                          <a:schemeClr val="tx2"/>
                        </a:solidFill>
                        <a:latin typeface="+mj-lt"/>
                        <a:ea typeface="+mn-ea"/>
                        <a:cs typeface="+mn-cs"/>
                      </a:endParaRP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r h="714905">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defRPr/>
                      </a:pPr>
                      <a:r>
                        <a:rPr kumimoji="0" lang="en-US" sz="1200" b="1" i="0" u="none" strike="noStrike" cap="none" normalizeH="0" baseline="0" dirty="0" smtClean="0">
                          <a:ln>
                            <a:noFill/>
                          </a:ln>
                          <a:solidFill>
                            <a:schemeClr val="accent1"/>
                          </a:solidFill>
                          <a:effectLst/>
                          <a:latin typeface="+mj-lt"/>
                          <a:cs typeface="Arial" charset="0"/>
                        </a:rPr>
                        <a:t>Other Resources</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4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Demo</a:t>
                      </a:r>
                      <a:r>
                        <a:rPr lang="en-US" sz="1200" kern="1200" dirty="0" smtClean="0">
                          <a:solidFill>
                            <a:schemeClr val="tx2"/>
                          </a:solidFill>
                          <a:latin typeface="+mj-lt"/>
                          <a:ea typeface="+mn-ea"/>
                          <a:cs typeface="+mn-cs"/>
                        </a:rPr>
                        <a:t>: Generate pricing model interface</a:t>
                      </a: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bl>
          </a:graphicData>
        </a:graphic>
      </p:graphicFrame>
      <p:sp>
        <p:nvSpPr>
          <p:cNvPr id="25" name="Round Single Corner Rectangle 24"/>
          <p:cNvSpPr/>
          <p:nvPr/>
        </p:nvSpPr>
        <p:spPr>
          <a:xfrm>
            <a:off x="1158540" y="2177899"/>
            <a:ext cx="8027720" cy="665019"/>
          </a:xfrm>
          <a:prstGeom prst="round1Rect">
            <a:avLst>
              <a:gd name="adj" fmla="val 0"/>
            </a:avLst>
          </a:prstGeom>
          <a:solidFill>
            <a:schemeClr val="bg1"/>
          </a:solidFill>
          <a:ln w="28575" algn="ctr">
            <a:solidFill>
              <a:schemeClr val="accent2"/>
            </a:solidFill>
            <a:miter lim="800000"/>
            <a:headEnd/>
            <a:tailEnd/>
          </a:ln>
        </p:spPr>
        <p:txBody>
          <a:bodyPr lIns="71956" tIns="91381" rIns="71956" bIns="71956" anchor="t" anchorCtr="0"/>
          <a:lstStyle/>
          <a:p>
            <a:pPr defTabSz="820343">
              <a:lnSpc>
                <a:spcPct val="106000"/>
              </a:lnSpc>
              <a:spcBef>
                <a:spcPct val="30000"/>
              </a:spcBef>
              <a:buClr>
                <a:schemeClr val="tx1"/>
              </a:buClr>
            </a:pPr>
            <a:r>
              <a:rPr lang="en-US" sz="1200" dirty="0" smtClean="0">
                <a:solidFill>
                  <a:schemeClr val="tx2"/>
                </a:solidFill>
              </a:rPr>
              <a:t>Objective: </a:t>
            </a:r>
            <a:r>
              <a:rPr lang="en-US" sz="1200" dirty="0" smtClean="0">
                <a:solidFill>
                  <a:schemeClr val="tx2"/>
                </a:solidFill>
              </a:rPr>
              <a:t>Import PE&amp;PS Staffing model into Pricing model</a:t>
            </a:r>
            <a:endParaRPr lang="en-US" sz="1200" dirty="0">
              <a:solidFill>
                <a:schemeClr val="tx2"/>
              </a:solidFill>
            </a:endParaRPr>
          </a:p>
        </p:txBody>
      </p:sp>
      <p:sp>
        <p:nvSpPr>
          <p:cNvPr id="19" name="Title 18"/>
          <p:cNvSpPr>
            <a:spLocks noGrp="1"/>
          </p:cNvSpPr>
          <p:nvPr>
            <p:ph type="title"/>
          </p:nvPr>
        </p:nvSpPr>
        <p:spPr>
          <a:xfrm>
            <a:off x="430341" y="400344"/>
            <a:ext cx="9126000" cy="630000"/>
          </a:xfrm>
        </p:spPr>
        <p:txBody>
          <a:bodyPr/>
          <a:lstStyle/>
          <a:p>
            <a:r>
              <a:rPr lang="en-US" dirty="0" smtClean="0"/>
              <a:t>Step 8: </a:t>
            </a:r>
            <a:r>
              <a:rPr lang="en-US" dirty="0" smtClean="0"/>
              <a:t>Complete Pricing Model</a:t>
            </a:r>
            <a:endParaRPr lang="en-US" dirty="0"/>
          </a:p>
        </p:txBody>
      </p:sp>
      <p:grpSp>
        <p:nvGrpSpPr>
          <p:cNvPr id="2" name="Group 57"/>
          <p:cNvGrpSpPr/>
          <p:nvPr/>
        </p:nvGrpSpPr>
        <p:grpSpPr>
          <a:xfrm>
            <a:off x="2845336" y="6667715"/>
            <a:ext cx="4693049" cy="675223"/>
            <a:chOff x="3282071" y="5835184"/>
            <a:chExt cx="4693049" cy="675223"/>
          </a:xfrm>
        </p:grpSpPr>
        <p:sp>
          <p:nvSpPr>
            <p:cNvPr id="18" name="AutoShape 23"/>
            <p:cNvSpPr>
              <a:spLocks noChangeArrowheads="1"/>
            </p:cNvSpPr>
            <p:nvPr/>
          </p:nvSpPr>
          <p:spPr bwMode="gray">
            <a:xfrm>
              <a:off x="3282071" y="5835184"/>
              <a:ext cx="1284521" cy="675223"/>
            </a:xfrm>
            <a:prstGeom prst="chevron">
              <a:avLst>
                <a:gd name="adj" fmla="val 32648"/>
              </a:avLst>
            </a:prstGeom>
            <a:solidFill>
              <a:srgbClr val="92D400"/>
            </a:solidFill>
            <a:ln w="28575" algn="ctr">
              <a:noFill/>
              <a:miter lim="800000"/>
              <a:headEnd/>
              <a:tailEnd/>
            </a:ln>
          </p:spPr>
          <p:txBody>
            <a:bodyPr lIns="71989" tIns="91426" rIns="71989" bIns="71989" anchor="ctr" anchorCtr="1"/>
            <a:lstStyle/>
            <a:p>
              <a:pPr algn="ctr" defTabSz="820343">
                <a:lnSpc>
                  <a:spcPct val="106000"/>
                </a:lnSpc>
                <a:spcBef>
                  <a:spcPct val="30000"/>
                </a:spcBef>
                <a:buClr>
                  <a:schemeClr val="tx1"/>
                </a:buClr>
              </a:pPr>
              <a:r>
                <a:rPr lang="en-US" sz="1000" dirty="0" smtClean="0">
                  <a:solidFill>
                    <a:schemeClr val="bg1"/>
                  </a:solidFill>
                </a:rPr>
                <a:t>Step 8.1</a:t>
              </a:r>
            </a:p>
            <a:p>
              <a:pPr algn="ctr" defTabSz="820343">
                <a:lnSpc>
                  <a:spcPct val="106000"/>
                </a:lnSpc>
                <a:spcBef>
                  <a:spcPct val="30000"/>
                </a:spcBef>
                <a:buClr>
                  <a:schemeClr val="tx1"/>
                </a:buClr>
              </a:pPr>
              <a:r>
                <a:rPr lang="en-US" sz="1000" dirty="0" smtClean="0">
                  <a:solidFill>
                    <a:schemeClr val="bg1"/>
                  </a:solidFill>
                </a:rPr>
                <a:t>Task report</a:t>
              </a:r>
              <a:endParaRPr lang="en-US" sz="1000" dirty="0">
                <a:solidFill>
                  <a:schemeClr val="bg1"/>
                </a:solidFill>
              </a:endParaRPr>
            </a:p>
          </p:txBody>
        </p:sp>
        <p:sp>
          <p:nvSpPr>
            <p:cNvPr id="20" name="AutoShape 23"/>
            <p:cNvSpPr>
              <a:spLocks noChangeArrowheads="1"/>
            </p:cNvSpPr>
            <p:nvPr/>
          </p:nvSpPr>
          <p:spPr bwMode="gray">
            <a:xfrm>
              <a:off x="4428142" y="5835184"/>
              <a:ext cx="1274626" cy="675223"/>
            </a:xfrm>
            <a:prstGeom prst="chevron">
              <a:avLst>
                <a:gd name="adj" fmla="val 32648"/>
              </a:avLst>
            </a:prstGeom>
            <a:solidFill>
              <a:srgbClr val="92D400"/>
            </a:solidFill>
            <a:ln w="28575" algn="ctr">
              <a:noFill/>
              <a:miter lim="800000"/>
              <a:headEnd/>
              <a:tailEnd/>
            </a:ln>
          </p:spPr>
          <p:txBody>
            <a:bodyPr lIns="71989" tIns="91426" rIns="71989" bIns="71989" anchor="ctr" anchorCtr="1"/>
            <a:lstStyle/>
            <a:p>
              <a:pPr algn="ctr" defTabSz="820343">
                <a:lnSpc>
                  <a:spcPct val="106000"/>
                </a:lnSpc>
                <a:spcBef>
                  <a:spcPct val="30000"/>
                </a:spcBef>
                <a:buClr>
                  <a:schemeClr val="tx1"/>
                </a:buClr>
              </a:pPr>
              <a:r>
                <a:rPr lang="en-US" sz="1000" dirty="0" smtClean="0">
                  <a:solidFill>
                    <a:schemeClr val="bg1"/>
                  </a:solidFill>
                </a:rPr>
                <a:t>Step 8.2 Effort report</a:t>
              </a:r>
              <a:endParaRPr lang="en-US" sz="1000" dirty="0">
                <a:solidFill>
                  <a:schemeClr val="bg1"/>
                </a:solidFill>
              </a:endParaRPr>
            </a:p>
          </p:txBody>
        </p:sp>
        <p:sp>
          <p:nvSpPr>
            <p:cNvPr id="21" name="AutoShape 23"/>
            <p:cNvSpPr>
              <a:spLocks noChangeArrowheads="1"/>
            </p:cNvSpPr>
            <p:nvPr/>
          </p:nvSpPr>
          <p:spPr bwMode="gray">
            <a:xfrm>
              <a:off x="5564318" y="5835184"/>
              <a:ext cx="1274626" cy="675223"/>
            </a:xfrm>
            <a:prstGeom prst="chevron">
              <a:avLst>
                <a:gd name="adj" fmla="val 32648"/>
              </a:avLst>
            </a:prstGeom>
            <a:solidFill>
              <a:srgbClr val="92D400"/>
            </a:solidFill>
            <a:ln w="28575" algn="ctr">
              <a:noFill/>
              <a:miter lim="800000"/>
              <a:headEnd/>
              <a:tailEnd/>
            </a:ln>
          </p:spPr>
          <p:txBody>
            <a:bodyPr lIns="71989" tIns="91426" rIns="71989" bIns="71989" anchor="ctr" anchorCtr="1"/>
            <a:lstStyle/>
            <a:p>
              <a:pPr algn="ctr" defTabSz="820343">
                <a:lnSpc>
                  <a:spcPct val="106000"/>
                </a:lnSpc>
                <a:spcBef>
                  <a:spcPct val="30000"/>
                </a:spcBef>
                <a:buClr>
                  <a:schemeClr val="tx1"/>
                </a:buClr>
              </a:pPr>
              <a:r>
                <a:rPr lang="en-US" sz="1000" dirty="0" smtClean="0">
                  <a:solidFill>
                    <a:schemeClr val="bg1"/>
                  </a:solidFill>
                </a:rPr>
                <a:t>Step 8.3 Cost report</a:t>
              </a:r>
            </a:p>
          </p:txBody>
        </p:sp>
        <p:sp>
          <p:nvSpPr>
            <p:cNvPr id="23" name="AutoShape 23"/>
            <p:cNvSpPr>
              <a:spLocks noChangeArrowheads="1"/>
            </p:cNvSpPr>
            <p:nvPr/>
          </p:nvSpPr>
          <p:spPr bwMode="gray">
            <a:xfrm>
              <a:off x="6700494" y="5835184"/>
              <a:ext cx="1274626" cy="675223"/>
            </a:xfrm>
            <a:prstGeom prst="chevron">
              <a:avLst>
                <a:gd name="adj" fmla="val 32648"/>
              </a:avLst>
            </a:prstGeom>
            <a:solidFill>
              <a:srgbClr val="92D400"/>
            </a:solidFill>
            <a:ln w="28575" algn="ctr">
              <a:noFill/>
              <a:miter lim="800000"/>
              <a:headEnd/>
              <a:tailEnd/>
            </a:ln>
          </p:spPr>
          <p:txBody>
            <a:bodyPr lIns="71989" tIns="91426" rIns="71989" bIns="71989" anchor="ctr" anchorCtr="1"/>
            <a:lstStyle/>
            <a:p>
              <a:pPr algn="ctr" defTabSz="820343">
                <a:lnSpc>
                  <a:spcPct val="106000"/>
                </a:lnSpc>
                <a:spcBef>
                  <a:spcPct val="30000"/>
                </a:spcBef>
                <a:buClr>
                  <a:schemeClr val="tx1"/>
                </a:buClr>
              </a:pPr>
              <a:r>
                <a:rPr lang="en-US" sz="1000" dirty="0" smtClean="0">
                  <a:solidFill>
                    <a:schemeClr val="bg1"/>
                  </a:solidFill>
                </a:rPr>
                <a:t>Step 8.4 FTE report</a:t>
              </a:r>
            </a:p>
          </p:txBody>
        </p:sp>
      </p:grpSp>
      <p:grpSp>
        <p:nvGrpSpPr>
          <p:cNvPr id="12" name="Group 11"/>
          <p:cNvGrpSpPr/>
          <p:nvPr/>
        </p:nvGrpSpPr>
        <p:grpSpPr>
          <a:xfrm>
            <a:off x="191068" y="940303"/>
            <a:ext cx="9796991" cy="742272"/>
            <a:chOff x="68510" y="1560285"/>
            <a:chExt cx="9050776" cy="742272"/>
          </a:xfrm>
        </p:grpSpPr>
        <p:sp>
          <p:nvSpPr>
            <p:cNvPr id="13" name="AutoShape 23"/>
            <p:cNvSpPr>
              <a:spLocks noChangeArrowheads="1"/>
            </p:cNvSpPr>
            <p:nvPr/>
          </p:nvSpPr>
          <p:spPr bwMode="gray">
            <a:xfrm>
              <a:off x="950390" y="1561003"/>
              <a:ext cx="1068533" cy="740837"/>
            </a:xfrm>
            <a:prstGeom prst="chevron">
              <a:avLst>
                <a:gd name="adj" fmla="val 32648"/>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1</a:t>
              </a:r>
            </a:p>
            <a:p>
              <a:pPr algn="ctr" defTabSz="820474">
                <a:lnSpc>
                  <a:spcPct val="106000"/>
                </a:lnSpc>
                <a:spcBef>
                  <a:spcPct val="30000"/>
                </a:spcBef>
                <a:buClr>
                  <a:srgbClr val="000000"/>
                </a:buClr>
              </a:pPr>
              <a:r>
                <a:rPr lang="en-US" sz="800" dirty="0">
                  <a:solidFill>
                    <a:schemeClr val="bg1"/>
                  </a:solidFill>
                </a:rPr>
                <a:t>Set Up</a:t>
              </a:r>
            </a:p>
            <a:p>
              <a:pPr algn="ctr" defTabSz="820474">
                <a:lnSpc>
                  <a:spcPct val="106000"/>
                </a:lnSpc>
                <a:spcBef>
                  <a:spcPct val="30000"/>
                </a:spcBef>
                <a:buClr>
                  <a:srgbClr val="000000"/>
                </a:buClr>
              </a:pPr>
              <a:r>
                <a:rPr lang="en-US" sz="800" dirty="0">
                  <a:solidFill>
                    <a:schemeClr val="bg1"/>
                  </a:solidFill>
                </a:rPr>
                <a:t>Project</a:t>
              </a:r>
            </a:p>
          </p:txBody>
        </p:sp>
        <p:sp>
          <p:nvSpPr>
            <p:cNvPr id="14" name="AutoShape 25"/>
            <p:cNvSpPr>
              <a:spLocks noChangeArrowheads="1"/>
            </p:cNvSpPr>
            <p:nvPr/>
          </p:nvSpPr>
          <p:spPr bwMode="gray">
            <a:xfrm>
              <a:off x="3694200" y="1560644"/>
              <a:ext cx="1059725" cy="741554"/>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4</a:t>
              </a:r>
            </a:p>
            <a:p>
              <a:pPr algn="ctr" defTabSz="820474">
                <a:lnSpc>
                  <a:spcPct val="106000"/>
                </a:lnSpc>
                <a:spcBef>
                  <a:spcPct val="30000"/>
                </a:spcBef>
                <a:buClr>
                  <a:srgbClr val="000000"/>
                </a:buClr>
              </a:pPr>
              <a:r>
                <a:rPr lang="en-US" sz="800" dirty="0">
                  <a:solidFill>
                    <a:schemeClr val="bg1"/>
                  </a:solidFill>
                </a:rPr>
                <a:t>Record Product Scope</a:t>
              </a:r>
            </a:p>
          </p:txBody>
        </p:sp>
        <p:sp>
          <p:nvSpPr>
            <p:cNvPr id="15" name="AutoShape 26"/>
            <p:cNvSpPr>
              <a:spLocks noChangeArrowheads="1"/>
            </p:cNvSpPr>
            <p:nvPr/>
          </p:nvSpPr>
          <p:spPr bwMode="gray">
            <a:xfrm>
              <a:off x="4567272"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5</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Define Project </a:t>
              </a:r>
              <a:r>
                <a:rPr lang="en-US" sz="800" dirty="0" smtClean="0">
                  <a:solidFill>
                    <a:schemeClr val="bg1"/>
                  </a:solidFill>
                  <a:cs typeface="Arial" charset="0"/>
                </a:rPr>
                <a:t>Resources</a:t>
              </a:r>
              <a:endParaRPr lang="en-US" sz="800" dirty="0">
                <a:solidFill>
                  <a:schemeClr val="bg1"/>
                </a:solidFill>
                <a:cs typeface="Arial" charset="0"/>
              </a:endParaRPr>
            </a:p>
          </p:txBody>
        </p:sp>
        <p:sp>
          <p:nvSpPr>
            <p:cNvPr id="16" name="AutoShape 27"/>
            <p:cNvSpPr>
              <a:spLocks noChangeArrowheads="1"/>
            </p:cNvSpPr>
            <p:nvPr/>
          </p:nvSpPr>
          <p:spPr bwMode="gray">
            <a:xfrm>
              <a:off x="5440344"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6</a:t>
              </a:r>
            </a:p>
            <a:p>
              <a:pPr algn="ctr" defTabSz="820474">
                <a:lnSpc>
                  <a:spcPct val="106000"/>
                </a:lnSpc>
                <a:spcBef>
                  <a:spcPct val="30000"/>
                </a:spcBef>
                <a:buClr>
                  <a:srgbClr val="000000"/>
                </a:buClr>
              </a:pPr>
              <a:r>
                <a:rPr lang="en-US" sz="800" dirty="0">
                  <a:solidFill>
                    <a:schemeClr val="bg1"/>
                  </a:solidFill>
                </a:rPr>
                <a:t>Review </a:t>
              </a:r>
              <a:r>
                <a:rPr lang="en-US" sz="800" dirty="0">
                  <a:solidFill>
                    <a:schemeClr val="bg1"/>
                  </a:solidFill>
                </a:rPr>
                <a:t>Effort and Costs</a:t>
              </a:r>
              <a:endParaRPr lang="en-US" sz="800" dirty="0">
                <a:solidFill>
                  <a:schemeClr val="bg1"/>
                </a:solidFill>
              </a:endParaRPr>
            </a:p>
          </p:txBody>
        </p:sp>
        <p:sp>
          <p:nvSpPr>
            <p:cNvPr id="17" name="AutoShape 28"/>
            <p:cNvSpPr>
              <a:spLocks noChangeArrowheads="1"/>
            </p:cNvSpPr>
            <p:nvPr/>
          </p:nvSpPr>
          <p:spPr bwMode="gray">
            <a:xfrm>
              <a:off x="6313416"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7</a:t>
              </a:r>
            </a:p>
            <a:p>
              <a:pPr algn="ctr" defTabSz="820474">
                <a:lnSpc>
                  <a:spcPct val="106000"/>
                </a:lnSpc>
                <a:spcBef>
                  <a:spcPct val="30000"/>
                </a:spcBef>
                <a:buClr>
                  <a:srgbClr val="000000"/>
                </a:buClr>
              </a:pPr>
              <a:r>
                <a:rPr lang="en-US" sz="800" dirty="0">
                  <a:solidFill>
                    <a:schemeClr val="bg1"/>
                  </a:solidFill>
                </a:rPr>
                <a:t>Complete Staffing Model</a:t>
              </a:r>
              <a:endParaRPr lang="en-US" sz="800" dirty="0">
                <a:solidFill>
                  <a:schemeClr val="bg1"/>
                </a:solidFill>
              </a:endParaRPr>
            </a:p>
          </p:txBody>
        </p:sp>
        <p:sp>
          <p:nvSpPr>
            <p:cNvPr id="26" name="AutoShape 27"/>
            <p:cNvSpPr>
              <a:spLocks noChangeArrowheads="1"/>
            </p:cNvSpPr>
            <p:nvPr/>
          </p:nvSpPr>
          <p:spPr bwMode="gray">
            <a:xfrm>
              <a:off x="7186488" y="1561003"/>
              <a:ext cx="1059725" cy="740837"/>
            </a:xfrm>
            <a:prstGeom prst="chevron">
              <a:avLst>
                <a:gd name="adj" fmla="val 32379"/>
              </a:avLst>
            </a:prstGeom>
            <a:solidFill>
              <a:srgbClr val="92D400"/>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b="1" dirty="0">
                  <a:solidFill>
                    <a:schemeClr val="bg1"/>
                  </a:solidFill>
                </a:rPr>
                <a:t>8</a:t>
              </a:r>
            </a:p>
            <a:p>
              <a:pPr algn="ctr" defTabSz="820474">
                <a:lnSpc>
                  <a:spcPct val="106000"/>
                </a:lnSpc>
                <a:spcBef>
                  <a:spcPct val="30000"/>
                </a:spcBef>
                <a:buClr>
                  <a:srgbClr val="000000"/>
                </a:buClr>
              </a:pPr>
              <a:r>
                <a:rPr lang="en-US" sz="800" b="1" dirty="0">
                  <a:solidFill>
                    <a:schemeClr val="bg1"/>
                  </a:solidFill>
                </a:rPr>
                <a:t>Complete Pricing Model </a:t>
              </a:r>
              <a:endParaRPr lang="en-US" sz="800" b="1" dirty="0">
                <a:solidFill>
                  <a:schemeClr val="bg1"/>
                </a:solidFill>
              </a:endParaRPr>
            </a:p>
          </p:txBody>
        </p:sp>
        <p:sp>
          <p:nvSpPr>
            <p:cNvPr id="27" name="AutoShape 24"/>
            <p:cNvSpPr>
              <a:spLocks noChangeArrowheads="1"/>
            </p:cNvSpPr>
            <p:nvPr/>
          </p:nvSpPr>
          <p:spPr bwMode="gray">
            <a:xfrm>
              <a:off x="1832270" y="1560285"/>
              <a:ext cx="1117618" cy="742272"/>
            </a:xfrm>
            <a:prstGeom prst="chevron">
              <a:avLst>
                <a:gd name="adj" fmla="val 32338"/>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2</a:t>
              </a:r>
            </a:p>
            <a:p>
              <a:pPr algn="ctr" defTabSz="820474">
                <a:lnSpc>
                  <a:spcPct val="106000"/>
                </a:lnSpc>
                <a:spcBef>
                  <a:spcPct val="30000"/>
                </a:spcBef>
                <a:buClr>
                  <a:srgbClr val="000000"/>
                </a:buClr>
              </a:pPr>
              <a:r>
                <a:rPr lang="en-US" sz="800" dirty="0">
                  <a:solidFill>
                    <a:schemeClr val="bg1"/>
                  </a:solidFill>
                </a:rPr>
                <a:t>Record Method Scope</a:t>
              </a:r>
            </a:p>
          </p:txBody>
        </p:sp>
        <p:sp>
          <p:nvSpPr>
            <p:cNvPr id="28" name="AutoShape 24"/>
            <p:cNvSpPr>
              <a:spLocks noChangeArrowheads="1"/>
            </p:cNvSpPr>
            <p:nvPr/>
          </p:nvSpPr>
          <p:spPr bwMode="gray">
            <a:xfrm>
              <a:off x="2763235" y="1560285"/>
              <a:ext cx="1117618" cy="742272"/>
            </a:xfrm>
            <a:prstGeom prst="chevron">
              <a:avLst>
                <a:gd name="adj" fmla="val 32338"/>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3</a:t>
              </a:r>
            </a:p>
            <a:p>
              <a:pPr algn="ctr" defTabSz="820474">
                <a:lnSpc>
                  <a:spcPct val="106000"/>
                </a:lnSpc>
                <a:spcBef>
                  <a:spcPct val="30000"/>
                </a:spcBef>
                <a:buClr>
                  <a:srgbClr val="000000"/>
                </a:buClr>
              </a:pPr>
              <a:r>
                <a:rPr lang="en-US" sz="800" dirty="0">
                  <a:solidFill>
                    <a:schemeClr val="bg1"/>
                  </a:solidFill>
                </a:rPr>
                <a:t>Define </a:t>
              </a:r>
              <a:r>
                <a:rPr lang="en-US" sz="800" dirty="0">
                  <a:solidFill>
                    <a:schemeClr val="bg1"/>
                  </a:solidFill>
                </a:rPr>
                <a:t>Schedule</a:t>
              </a:r>
              <a:r>
                <a:rPr lang="en-US" sz="800" dirty="0">
                  <a:solidFill>
                    <a:schemeClr val="bg1"/>
                  </a:solidFill>
                </a:rPr>
                <a:t/>
              </a:r>
              <a:br>
                <a:rPr lang="en-US" sz="800" dirty="0">
                  <a:solidFill>
                    <a:schemeClr val="bg1"/>
                  </a:solidFill>
                </a:rPr>
              </a:br>
              <a:endParaRPr lang="en-US" sz="800" dirty="0">
                <a:solidFill>
                  <a:schemeClr val="bg1"/>
                </a:solidFill>
              </a:endParaRPr>
            </a:p>
          </p:txBody>
        </p:sp>
        <p:sp>
          <p:nvSpPr>
            <p:cNvPr id="29" name="AutoShape 27"/>
            <p:cNvSpPr>
              <a:spLocks noChangeArrowheads="1"/>
            </p:cNvSpPr>
            <p:nvPr/>
          </p:nvSpPr>
          <p:spPr bwMode="gray">
            <a:xfrm>
              <a:off x="8059561"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9</a:t>
              </a:r>
              <a:endParaRPr lang="en-US" sz="800" dirty="0">
                <a:solidFill>
                  <a:schemeClr val="bg1"/>
                </a:solidFill>
                <a:cs typeface="Arial" charset="0"/>
              </a:endParaRP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Generate Summary / Work Plan</a:t>
              </a:r>
              <a:endParaRPr lang="en-US" sz="800" dirty="0">
                <a:solidFill>
                  <a:schemeClr val="bg1"/>
                </a:solidFill>
                <a:cs typeface="Arial" charset="0"/>
              </a:endParaRPr>
            </a:p>
          </p:txBody>
        </p:sp>
        <p:sp>
          <p:nvSpPr>
            <p:cNvPr id="30" name="AutoShape 23"/>
            <p:cNvSpPr>
              <a:spLocks noChangeArrowheads="1"/>
            </p:cNvSpPr>
            <p:nvPr/>
          </p:nvSpPr>
          <p:spPr bwMode="gray">
            <a:xfrm>
              <a:off x="68510" y="1561003"/>
              <a:ext cx="1068533" cy="740837"/>
            </a:xfrm>
            <a:prstGeom prst="chevron">
              <a:avLst>
                <a:gd name="adj" fmla="val 32648"/>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0</a:t>
              </a:r>
              <a:endParaRPr lang="en-US" sz="800" dirty="0">
                <a:solidFill>
                  <a:schemeClr val="bg1"/>
                </a:solidFill>
                <a:cs typeface="Arial" charset="0"/>
              </a:endParaRP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PE&amp;PS Prep</a:t>
              </a:r>
              <a:endParaRPr lang="en-US" sz="800" dirty="0">
                <a:solidFill>
                  <a:schemeClr val="bg1"/>
                </a:solidFill>
                <a:cs typeface="Arial" charset="0"/>
              </a:endParaRPr>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E7F8F02A-A47B-4811-9890-B5988FAA4055}" type="slidenum">
              <a:rPr lang="en-US" smtClean="0"/>
              <a:pPr>
                <a:defRPr/>
              </a:pPr>
              <a:t>19</a:t>
            </a:fld>
            <a:endParaRPr lang="en-US"/>
          </a:p>
        </p:txBody>
      </p:sp>
      <p:graphicFrame>
        <p:nvGraphicFramePr>
          <p:cNvPr id="22" name="Group 28"/>
          <p:cNvGraphicFramePr>
            <a:graphicFrameLocks noGrp="1"/>
          </p:cNvGraphicFramePr>
          <p:nvPr>
            <p:extLst>
              <p:ext uri="{D42A27DB-BD31-4B8C-83A1-F6EECF244321}">
                <p14:modId xmlns:p14="http://schemas.microsoft.com/office/powerpoint/2010/main" val="156089685"/>
              </p:ext>
            </p:extLst>
          </p:nvPr>
        </p:nvGraphicFramePr>
        <p:xfrm>
          <a:off x="1092482" y="3005760"/>
          <a:ext cx="8160699" cy="2666524"/>
        </p:xfrm>
        <a:graphic>
          <a:graphicData uri="http://schemas.openxmlformats.org/drawingml/2006/table">
            <a:tbl>
              <a:tblPr/>
              <a:tblGrid>
                <a:gridCol w="2376763"/>
                <a:gridCol w="5783936"/>
              </a:tblGrid>
              <a:tr h="1152184">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pPr>
                      <a:r>
                        <a:rPr kumimoji="0" lang="en-US" sz="1200" b="1" i="0" u="none" strike="noStrike" cap="none" normalizeH="0" baseline="0" dirty="0" smtClean="0">
                          <a:ln>
                            <a:noFill/>
                          </a:ln>
                          <a:solidFill>
                            <a:schemeClr val="accent1"/>
                          </a:solidFill>
                          <a:effectLst/>
                          <a:latin typeface="+mj-lt"/>
                          <a:cs typeface="Arial" charset="0"/>
                        </a:rPr>
                        <a:t>Description</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9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A  MSP project plan is generated from  the</a:t>
                      </a:r>
                      <a:r>
                        <a:rPr lang="en-US" sz="1200" kern="1200" baseline="0" dirty="0" smtClean="0">
                          <a:solidFill>
                            <a:schemeClr val="tx2"/>
                          </a:solidFill>
                          <a:latin typeface="+mj-lt"/>
                          <a:ea typeface="+mn-ea"/>
                          <a:cs typeface="+mn-cs"/>
                        </a:rPr>
                        <a:t> PE Application</a:t>
                      </a:r>
                      <a:endParaRPr lang="en-US" sz="1200" kern="1200" dirty="0" smtClean="0">
                        <a:solidFill>
                          <a:schemeClr val="tx2"/>
                        </a:solidFill>
                        <a:latin typeface="+mj-lt"/>
                        <a:ea typeface="+mn-ea"/>
                        <a:cs typeface="+mn-cs"/>
                      </a:endParaRPr>
                    </a:p>
                    <a:p>
                      <a:pPr marL="195263" marR="0" lvl="0" indent="-195263" algn="l" defTabSz="1019175" rtl="0" eaLnBrk="1" fontAlgn="base" latinLnBrk="0" hangingPunct="1">
                        <a:lnSpc>
                          <a:spcPts val="19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Scheduling occurs in MS Project</a:t>
                      </a:r>
                    </a:p>
                    <a:p>
                      <a:pPr marL="195263" marR="0" lvl="0" indent="-195263" algn="l" defTabSz="1019175" rtl="0" eaLnBrk="1" fontAlgn="base" latinLnBrk="0" hangingPunct="1">
                        <a:lnSpc>
                          <a:spcPts val="19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Plan is linked to PMC for reporting</a:t>
                      </a: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r h="1157065">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defRPr/>
                      </a:pPr>
                      <a:r>
                        <a:rPr kumimoji="0" lang="en-US" sz="1200" b="1" i="0" u="none" strike="noStrike" cap="none" normalizeH="0" baseline="0" dirty="0" smtClean="0">
                          <a:ln>
                            <a:noFill/>
                          </a:ln>
                          <a:solidFill>
                            <a:schemeClr val="accent1"/>
                          </a:solidFill>
                          <a:effectLst/>
                          <a:latin typeface="+mj-lt"/>
                          <a:cs typeface="Arial" charset="0"/>
                        </a:rPr>
                        <a:t>Prerequisite Information</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9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Knowledge of MS Project</a:t>
                      </a:r>
                    </a:p>
                    <a:p>
                      <a:pPr marL="195263" marR="0" lvl="0" indent="-195263" algn="l" defTabSz="1019175" rtl="0" eaLnBrk="1" fontAlgn="base" latinLnBrk="0" hangingPunct="1">
                        <a:lnSpc>
                          <a:spcPts val="19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Knowledge of PMC</a:t>
                      </a:r>
                      <a:endParaRPr lang="en-US" sz="1200" kern="1200" baseline="0" dirty="0" smtClean="0">
                        <a:solidFill>
                          <a:schemeClr val="tx2"/>
                        </a:solidFill>
                        <a:latin typeface="+mj-lt"/>
                        <a:ea typeface="+mn-ea"/>
                        <a:cs typeface="+mn-cs"/>
                      </a:endParaRPr>
                    </a:p>
                    <a:p>
                      <a:pPr marL="195263" marR="0" lvl="0" indent="-195263" algn="l" defTabSz="1019175" rtl="0" eaLnBrk="1" fontAlgn="base" latinLnBrk="0" hangingPunct="1">
                        <a:lnSpc>
                          <a:spcPts val="1900"/>
                        </a:lnSpc>
                        <a:spcBef>
                          <a:spcPct val="50000"/>
                        </a:spcBef>
                        <a:spcAft>
                          <a:spcPct val="0"/>
                        </a:spcAft>
                        <a:buClr>
                          <a:schemeClr val="tx2"/>
                        </a:buClr>
                        <a:buSzTx/>
                        <a:buFont typeface="Times" charset="0"/>
                        <a:buChar char="•"/>
                        <a:tabLst>
                          <a:tab pos="7702550" algn="l"/>
                        </a:tabLst>
                        <a:defRPr/>
                      </a:pPr>
                      <a:r>
                        <a:rPr lang="en-US" sz="1200" kern="1200" baseline="0" dirty="0" smtClean="0">
                          <a:solidFill>
                            <a:schemeClr val="tx2"/>
                          </a:solidFill>
                          <a:latin typeface="+mj-lt"/>
                          <a:ea typeface="+mn-ea"/>
                          <a:cs typeface="+mn-cs"/>
                        </a:rPr>
                        <a:t>Completed estimate and phase schedule</a:t>
                      </a: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r h="231025">
                <a:tc>
                  <a:txBody>
                    <a:bodyPr/>
                    <a:lstStyle/>
                    <a:p>
                      <a:pPr marL="0" marR="0" lvl="0" indent="0" algn="ctr" defTabSz="1233488" rtl="0" eaLnBrk="1" fontAlgn="base" latinLnBrk="0" hangingPunct="1">
                        <a:lnSpc>
                          <a:spcPts val="1900"/>
                        </a:lnSpc>
                        <a:spcBef>
                          <a:spcPct val="50000"/>
                        </a:spcBef>
                        <a:spcAft>
                          <a:spcPct val="0"/>
                        </a:spcAft>
                        <a:buClr>
                          <a:schemeClr val="tx1"/>
                        </a:buClr>
                        <a:buSzTx/>
                        <a:buFont typeface="Times" pitchFamily="18" charset="0"/>
                        <a:buNone/>
                        <a:tabLst>
                          <a:tab pos="7702550" algn="l"/>
                        </a:tabLst>
                        <a:defRPr/>
                      </a:pPr>
                      <a:r>
                        <a:rPr kumimoji="0" lang="en-US" sz="1200" b="1" i="0" u="none" strike="noStrike" cap="none" normalizeH="0" baseline="0" dirty="0" smtClean="0">
                          <a:ln>
                            <a:noFill/>
                          </a:ln>
                          <a:solidFill>
                            <a:schemeClr val="accent1"/>
                          </a:solidFill>
                          <a:effectLst/>
                          <a:latin typeface="+mj-lt"/>
                          <a:cs typeface="Arial" charset="0"/>
                        </a:rPr>
                        <a:t>Other Resources</a:t>
                      </a:r>
                    </a:p>
                  </a:txBody>
                  <a:tcPr marL="72931" marR="72931" marT="35391" marB="106174"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c>
                  <a:txBody>
                    <a:bodyPr/>
                    <a:lstStyle/>
                    <a:p>
                      <a:pPr marL="195263" marR="0" lvl="0" indent="-195263" algn="l" defTabSz="1019175" rtl="0" eaLnBrk="1" fontAlgn="base" latinLnBrk="0" hangingPunct="1">
                        <a:lnSpc>
                          <a:spcPts val="1900"/>
                        </a:lnSpc>
                        <a:spcBef>
                          <a:spcPct val="50000"/>
                        </a:spcBef>
                        <a:spcAft>
                          <a:spcPct val="0"/>
                        </a:spcAft>
                        <a:buClr>
                          <a:schemeClr val="tx2"/>
                        </a:buClr>
                        <a:buSzTx/>
                        <a:buFont typeface="Times" charset="0"/>
                        <a:buChar char="•"/>
                        <a:tabLst>
                          <a:tab pos="7702550" algn="l"/>
                        </a:tabLst>
                        <a:defRPr/>
                      </a:pPr>
                      <a:r>
                        <a:rPr lang="en-US" sz="1200" kern="1200" dirty="0" smtClean="0">
                          <a:solidFill>
                            <a:schemeClr val="tx2"/>
                          </a:solidFill>
                          <a:latin typeface="+mj-lt"/>
                          <a:ea typeface="+mn-ea"/>
                          <a:cs typeface="+mn-cs"/>
                        </a:rPr>
                        <a:t>Demo</a:t>
                      </a:r>
                      <a:r>
                        <a:rPr lang="en-US" sz="1200" kern="1200" dirty="0" smtClean="0">
                          <a:solidFill>
                            <a:schemeClr val="tx2"/>
                          </a:solidFill>
                          <a:latin typeface="+mj-lt"/>
                          <a:ea typeface="+mn-ea"/>
                          <a:cs typeface="+mn-cs"/>
                        </a:rPr>
                        <a:t>: Generate summary and master plans</a:t>
                      </a:r>
                    </a:p>
                  </a:txBody>
                  <a:tcPr marL="72931" marR="72931" marT="35391" marB="106174"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A1DE"/>
                      </a:solidFill>
                      <a:prstDash val="solid"/>
                      <a:round/>
                      <a:headEnd type="none" w="med" len="med"/>
                      <a:tailEnd type="none" w="med" len="med"/>
                    </a:lnT>
                    <a:lnB w="12700" cap="flat" cmpd="sng" algn="ctr">
                      <a:solidFill>
                        <a:srgbClr val="00A1DE"/>
                      </a:solidFill>
                      <a:prstDash val="solid"/>
                      <a:round/>
                      <a:headEnd type="none" w="med" len="med"/>
                      <a:tailEnd type="none" w="med" len="med"/>
                    </a:lnB>
                    <a:lnTlToBr>
                      <a:noFill/>
                    </a:lnTlToBr>
                    <a:lnBlToTr>
                      <a:noFill/>
                    </a:lnBlToTr>
                    <a:noFill/>
                  </a:tcPr>
                </a:tc>
              </a:tr>
            </a:tbl>
          </a:graphicData>
        </a:graphic>
      </p:graphicFrame>
      <p:sp>
        <p:nvSpPr>
          <p:cNvPr id="25" name="Round Single Corner Rectangle 24"/>
          <p:cNvSpPr/>
          <p:nvPr/>
        </p:nvSpPr>
        <p:spPr>
          <a:xfrm>
            <a:off x="1185434" y="2097217"/>
            <a:ext cx="8027720" cy="731556"/>
          </a:xfrm>
          <a:prstGeom prst="round1Rect">
            <a:avLst>
              <a:gd name="adj" fmla="val 0"/>
            </a:avLst>
          </a:prstGeom>
          <a:solidFill>
            <a:schemeClr val="bg1"/>
          </a:solidFill>
          <a:ln w="28575" algn="ctr">
            <a:solidFill>
              <a:schemeClr val="accent2"/>
            </a:solidFill>
            <a:miter lim="800000"/>
            <a:headEnd/>
            <a:tailEnd/>
          </a:ln>
        </p:spPr>
        <p:txBody>
          <a:bodyPr lIns="71978" tIns="91411" rIns="71978" bIns="71978" anchor="t" anchorCtr="0"/>
          <a:lstStyle/>
          <a:p>
            <a:pPr defTabSz="820606">
              <a:lnSpc>
                <a:spcPct val="106000"/>
              </a:lnSpc>
              <a:spcBef>
                <a:spcPct val="30000"/>
              </a:spcBef>
              <a:buClr>
                <a:schemeClr val="tx1"/>
              </a:buClr>
            </a:pPr>
            <a:r>
              <a:rPr lang="en-US" sz="1200" dirty="0" smtClean="0">
                <a:solidFill>
                  <a:schemeClr val="tx2"/>
                </a:solidFill>
              </a:rPr>
              <a:t>Objective: To produce a MS Project Plan and link it to Deloitte’s Project Management Center </a:t>
            </a:r>
            <a:endParaRPr lang="en-US" sz="1200" dirty="0">
              <a:solidFill>
                <a:schemeClr val="tx2"/>
              </a:solidFill>
            </a:endParaRPr>
          </a:p>
        </p:txBody>
      </p:sp>
      <p:sp>
        <p:nvSpPr>
          <p:cNvPr id="19" name="Title 18"/>
          <p:cNvSpPr>
            <a:spLocks noGrp="1"/>
          </p:cNvSpPr>
          <p:nvPr>
            <p:ph type="title"/>
          </p:nvPr>
        </p:nvSpPr>
        <p:spPr>
          <a:xfrm>
            <a:off x="430341" y="400342"/>
            <a:ext cx="9126000" cy="630000"/>
          </a:xfrm>
        </p:spPr>
        <p:txBody>
          <a:bodyPr/>
          <a:lstStyle/>
          <a:p>
            <a:r>
              <a:rPr lang="en-US" dirty="0" smtClean="0"/>
              <a:t>Step </a:t>
            </a:r>
            <a:r>
              <a:rPr lang="en-US" dirty="0"/>
              <a:t>9</a:t>
            </a:r>
            <a:r>
              <a:rPr lang="en-US" dirty="0" smtClean="0"/>
              <a:t>: </a:t>
            </a:r>
            <a:r>
              <a:rPr lang="en-US" dirty="0" smtClean="0"/>
              <a:t>Generate </a:t>
            </a:r>
            <a:r>
              <a:rPr lang="en-US" dirty="0" smtClean="0"/>
              <a:t>Summary/Work Plan</a:t>
            </a:r>
            <a:r>
              <a:rPr lang="en-US" dirty="0" smtClean="0"/>
              <a:t/>
            </a:r>
            <a:br>
              <a:rPr lang="en-US" dirty="0" smtClean="0"/>
            </a:br>
            <a:endParaRPr lang="en-US" dirty="0"/>
          </a:p>
        </p:txBody>
      </p:sp>
      <p:grpSp>
        <p:nvGrpSpPr>
          <p:cNvPr id="2" name="Group 20"/>
          <p:cNvGrpSpPr/>
          <p:nvPr/>
        </p:nvGrpSpPr>
        <p:grpSpPr>
          <a:xfrm>
            <a:off x="1862660" y="6450329"/>
            <a:ext cx="5951063" cy="708841"/>
            <a:chOff x="1927975" y="5954619"/>
            <a:chExt cx="5951063" cy="708841"/>
          </a:xfrm>
        </p:grpSpPr>
        <p:grpSp>
          <p:nvGrpSpPr>
            <p:cNvPr id="3" name="Group 26"/>
            <p:cNvGrpSpPr/>
            <p:nvPr/>
          </p:nvGrpSpPr>
          <p:grpSpPr>
            <a:xfrm>
              <a:off x="1927975" y="5966466"/>
              <a:ext cx="2974135" cy="696994"/>
              <a:chOff x="3105448" y="6044989"/>
              <a:chExt cx="2974135" cy="696994"/>
            </a:xfrm>
          </p:grpSpPr>
          <p:sp>
            <p:nvSpPr>
              <p:cNvPr id="28" name="AutoShape 23"/>
              <p:cNvSpPr>
                <a:spLocks noChangeArrowheads="1"/>
              </p:cNvSpPr>
              <p:nvPr/>
            </p:nvSpPr>
            <p:spPr bwMode="gray">
              <a:xfrm>
                <a:off x="3105448" y="6044989"/>
                <a:ext cx="1472541" cy="696994"/>
              </a:xfrm>
              <a:prstGeom prst="chevron">
                <a:avLst>
                  <a:gd name="adj" fmla="val 32648"/>
                </a:avLst>
              </a:prstGeom>
              <a:solidFill>
                <a:schemeClr val="accent2"/>
              </a:solidFill>
              <a:ln w="28575" algn="ctr">
                <a:noFill/>
                <a:miter lim="800000"/>
                <a:headEnd/>
                <a:tailEnd/>
              </a:ln>
            </p:spPr>
            <p:txBody>
              <a:bodyPr lIns="71989" tIns="91426" rIns="71989" bIns="71989" anchor="ctr" anchorCtr="1"/>
              <a:lstStyle/>
              <a:p>
                <a:pPr algn="ctr" defTabSz="820606">
                  <a:lnSpc>
                    <a:spcPct val="106000"/>
                  </a:lnSpc>
                  <a:spcBef>
                    <a:spcPct val="30000"/>
                  </a:spcBef>
                  <a:buClr>
                    <a:schemeClr val="tx1"/>
                  </a:buClr>
                </a:pPr>
                <a:r>
                  <a:rPr lang="en-US" sz="1000" dirty="0" smtClean="0">
                    <a:solidFill>
                      <a:schemeClr val="bg1"/>
                    </a:solidFill>
                  </a:rPr>
                  <a:t>Step </a:t>
                </a:r>
                <a:r>
                  <a:rPr lang="en-US" sz="1000" dirty="0">
                    <a:solidFill>
                      <a:schemeClr val="bg1"/>
                    </a:solidFill>
                  </a:rPr>
                  <a:t>9</a:t>
                </a:r>
                <a:r>
                  <a:rPr lang="en-US" sz="1000" dirty="0" smtClean="0">
                    <a:solidFill>
                      <a:schemeClr val="bg1"/>
                    </a:solidFill>
                  </a:rPr>
                  <a:t>.1</a:t>
                </a:r>
                <a:endParaRPr lang="en-US" sz="1000" dirty="0">
                  <a:solidFill>
                    <a:schemeClr val="bg1"/>
                  </a:solidFill>
                </a:endParaRPr>
              </a:p>
              <a:p>
                <a:pPr algn="ctr" defTabSz="820606">
                  <a:lnSpc>
                    <a:spcPct val="106000"/>
                  </a:lnSpc>
                  <a:spcBef>
                    <a:spcPct val="30000"/>
                  </a:spcBef>
                  <a:buClr>
                    <a:schemeClr val="tx1"/>
                  </a:buClr>
                </a:pPr>
                <a:r>
                  <a:rPr lang="en-US" sz="1000" dirty="0" smtClean="0">
                    <a:solidFill>
                      <a:schemeClr val="bg1"/>
                    </a:solidFill>
                  </a:rPr>
                  <a:t>Generate </a:t>
                </a:r>
                <a:r>
                  <a:rPr lang="en-US" sz="1000" dirty="0" smtClean="0">
                    <a:solidFill>
                      <a:schemeClr val="bg1"/>
                    </a:solidFill>
                  </a:rPr>
                  <a:t>Master Plan</a:t>
                </a:r>
                <a:endParaRPr lang="en-US" sz="1000" dirty="0">
                  <a:solidFill>
                    <a:schemeClr val="bg1"/>
                  </a:solidFill>
                </a:endParaRPr>
              </a:p>
            </p:txBody>
          </p:sp>
          <p:sp>
            <p:nvSpPr>
              <p:cNvPr id="29" name="AutoShape 23"/>
              <p:cNvSpPr>
                <a:spLocks noChangeArrowheads="1"/>
              </p:cNvSpPr>
              <p:nvPr/>
            </p:nvSpPr>
            <p:spPr bwMode="gray">
              <a:xfrm>
                <a:off x="4607042" y="6044989"/>
                <a:ext cx="1472541" cy="696994"/>
              </a:xfrm>
              <a:prstGeom prst="chevron">
                <a:avLst>
                  <a:gd name="adj" fmla="val 32648"/>
                </a:avLst>
              </a:prstGeom>
              <a:solidFill>
                <a:schemeClr val="accent2"/>
              </a:solidFill>
              <a:ln w="28575" algn="ctr">
                <a:noFill/>
                <a:miter lim="800000"/>
                <a:headEnd/>
                <a:tailEnd/>
              </a:ln>
            </p:spPr>
            <p:txBody>
              <a:bodyPr lIns="71989" tIns="91426" rIns="71989" bIns="71989" anchor="ctr" anchorCtr="1"/>
              <a:lstStyle/>
              <a:p>
                <a:pPr algn="ctr" defTabSz="820606">
                  <a:lnSpc>
                    <a:spcPct val="106000"/>
                  </a:lnSpc>
                  <a:spcBef>
                    <a:spcPct val="30000"/>
                  </a:spcBef>
                  <a:buClr>
                    <a:schemeClr val="tx1"/>
                  </a:buClr>
                </a:pPr>
                <a:r>
                  <a:rPr lang="en-US" sz="1000" dirty="0" smtClean="0">
                    <a:solidFill>
                      <a:schemeClr val="bg1"/>
                    </a:solidFill>
                  </a:rPr>
                  <a:t>Step </a:t>
                </a:r>
                <a:r>
                  <a:rPr lang="en-US" sz="1000" dirty="0">
                    <a:solidFill>
                      <a:schemeClr val="bg1"/>
                    </a:solidFill>
                  </a:rPr>
                  <a:t>9</a:t>
                </a:r>
                <a:r>
                  <a:rPr lang="en-US" sz="1000" dirty="0" smtClean="0">
                    <a:solidFill>
                      <a:schemeClr val="bg1"/>
                    </a:solidFill>
                  </a:rPr>
                  <a:t>.2</a:t>
                </a:r>
                <a:endParaRPr lang="en-US" sz="1000" dirty="0">
                  <a:solidFill>
                    <a:schemeClr val="bg1"/>
                  </a:solidFill>
                </a:endParaRPr>
              </a:p>
              <a:p>
                <a:pPr algn="ctr" defTabSz="820606">
                  <a:lnSpc>
                    <a:spcPct val="106000"/>
                  </a:lnSpc>
                  <a:spcBef>
                    <a:spcPct val="30000"/>
                  </a:spcBef>
                  <a:buClr>
                    <a:schemeClr val="tx1"/>
                  </a:buClr>
                </a:pPr>
                <a:r>
                  <a:rPr lang="en-US" sz="1000" dirty="0" smtClean="0">
                    <a:solidFill>
                      <a:schemeClr val="bg1"/>
                    </a:solidFill>
                  </a:rPr>
                  <a:t>Generate Summary Plan</a:t>
                </a:r>
                <a:endParaRPr lang="en-US" sz="1000" dirty="0">
                  <a:solidFill>
                    <a:schemeClr val="bg1"/>
                  </a:solidFill>
                </a:endParaRPr>
              </a:p>
            </p:txBody>
          </p:sp>
        </p:grpSp>
        <p:sp>
          <p:nvSpPr>
            <p:cNvPr id="30" name="AutoShape 23"/>
            <p:cNvSpPr>
              <a:spLocks noChangeArrowheads="1"/>
            </p:cNvSpPr>
            <p:nvPr/>
          </p:nvSpPr>
          <p:spPr bwMode="gray">
            <a:xfrm>
              <a:off x="4905544" y="5954619"/>
              <a:ext cx="1472541" cy="696994"/>
            </a:xfrm>
            <a:prstGeom prst="chevron">
              <a:avLst>
                <a:gd name="adj" fmla="val 32648"/>
              </a:avLst>
            </a:prstGeom>
            <a:solidFill>
              <a:schemeClr val="accent2"/>
            </a:solidFill>
            <a:ln w="28575" algn="ctr">
              <a:noFill/>
              <a:miter lim="800000"/>
              <a:headEnd/>
              <a:tailEnd/>
            </a:ln>
          </p:spPr>
          <p:txBody>
            <a:bodyPr lIns="71989" tIns="91426" rIns="71989" bIns="71989" anchor="ctr" anchorCtr="1"/>
            <a:lstStyle/>
            <a:p>
              <a:pPr algn="ctr" defTabSz="820606">
                <a:lnSpc>
                  <a:spcPct val="106000"/>
                </a:lnSpc>
                <a:spcBef>
                  <a:spcPct val="30000"/>
                </a:spcBef>
                <a:buClr>
                  <a:schemeClr val="tx1"/>
                </a:buClr>
              </a:pPr>
              <a:r>
                <a:rPr lang="en-US" sz="1000" dirty="0" smtClean="0">
                  <a:solidFill>
                    <a:schemeClr val="bg1"/>
                  </a:solidFill>
                </a:rPr>
                <a:t>Step </a:t>
              </a:r>
              <a:r>
                <a:rPr lang="en-US" sz="1000" dirty="0">
                  <a:solidFill>
                    <a:schemeClr val="bg1"/>
                  </a:solidFill>
                </a:rPr>
                <a:t>9</a:t>
              </a:r>
              <a:r>
                <a:rPr lang="en-US" sz="1000" dirty="0" smtClean="0">
                  <a:solidFill>
                    <a:schemeClr val="bg1"/>
                  </a:solidFill>
                </a:rPr>
                <a:t>.3</a:t>
              </a:r>
              <a:endParaRPr lang="en-US" sz="1000" dirty="0">
                <a:solidFill>
                  <a:schemeClr val="bg1"/>
                </a:solidFill>
              </a:endParaRPr>
            </a:p>
            <a:p>
              <a:pPr algn="ctr" defTabSz="820606">
                <a:lnSpc>
                  <a:spcPct val="106000"/>
                </a:lnSpc>
                <a:spcBef>
                  <a:spcPct val="30000"/>
                </a:spcBef>
                <a:buClr>
                  <a:schemeClr val="tx1"/>
                </a:buClr>
              </a:pPr>
              <a:r>
                <a:rPr lang="en-US" sz="1000" dirty="0" smtClean="0">
                  <a:solidFill>
                    <a:schemeClr val="bg1"/>
                  </a:solidFill>
                </a:rPr>
                <a:t>Capacity Planning (Optional)</a:t>
              </a:r>
              <a:endParaRPr lang="en-US" sz="1000" dirty="0">
                <a:solidFill>
                  <a:schemeClr val="bg1"/>
                </a:solidFill>
              </a:endParaRPr>
            </a:p>
          </p:txBody>
        </p:sp>
        <p:sp>
          <p:nvSpPr>
            <p:cNvPr id="31" name="AutoShape 23"/>
            <p:cNvSpPr>
              <a:spLocks noChangeArrowheads="1"/>
            </p:cNvSpPr>
            <p:nvPr/>
          </p:nvSpPr>
          <p:spPr bwMode="gray">
            <a:xfrm>
              <a:off x="6406497" y="5959102"/>
              <a:ext cx="1472541" cy="696994"/>
            </a:xfrm>
            <a:prstGeom prst="chevron">
              <a:avLst>
                <a:gd name="adj" fmla="val 32648"/>
              </a:avLst>
            </a:prstGeom>
            <a:solidFill>
              <a:schemeClr val="accent2"/>
            </a:solidFill>
            <a:ln w="28575" algn="ctr">
              <a:noFill/>
              <a:miter lim="800000"/>
              <a:headEnd/>
              <a:tailEnd/>
            </a:ln>
          </p:spPr>
          <p:txBody>
            <a:bodyPr lIns="71989" tIns="91426" rIns="71989" bIns="71989" anchor="ctr" anchorCtr="1"/>
            <a:lstStyle/>
            <a:p>
              <a:pPr algn="ctr" defTabSz="820606">
                <a:lnSpc>
                  <a:spcPct val="106000"/>
                </a:lnSpc>
                <a:spcBef>
                  <a:spcPct val="30000"/>
                </a:spcBef>
                <a:buClr>
                  <a:schemeClr val="tx1"/>
                </a:buClr>
              </a:pPr>
              <a:r>
                <a:rPr lang="en-US" sz="1000" dirty="0" smtClean="0">
                  <a:solidFill>
                    <a:schemeClr val="bg1"/>
                  </a:solidFill>
                </a:rPr>
                <a:t>Step </a:t>
              </a:r>
              <a:r>
                <a:rPr lang="en-US" sz="1000" dirty="0" smtClean="0">
                  <a:solidFill>
                    <a:schemeClr val="bg1"/>
                  </a:solidFill>
                </a:rPr>
                <a:t>9.4</a:t>
              </a:r>
              <a:endParaRPr lang="en-US" sz="1000" dirty="0" smtClean="0">
                <a:solidFill>
                  <a:schemeClr val="bg1"/>
                </a:solidFill>
              </a:endParaRPr>
            </a:p>
            <a:p>
              <a:pPr algn="ctr" defTabSz="820606">
                <a:lnSpc>
                  <a:spcPct val="106000"/>
                </a:lnSpc>
                <a:spcBef>
                  <a:spcPct val="30000"/>
                </a:spcBef>
                <a:buClr>
                  <a:schemeClr val="tx1"/>
                </a:buClr>
              </a:pPr>
              <a:r>
                <a:rPr lang="en-US" sz="1000" dirty="0" smtClean="0">
                  <a:solidFill>
                    <a:schemeClr val="bg1"/>
                  </a:solidFill>
                </a:rPr>
                <a:t>Generate Work Plan (Optional)</a:t>
              </a:r>
              <a:endParaRPr lang="en-US" sz="1000" dirty="0" smtClean="0">
                <a:solidFill>
                  <a:schemeClr val="bg1"/>
                </a:solidFill>
              </a:endParaRPr>
            </a:p>
          </p:txBody>
        </p:sp>
      </p:grpSp>
      <p:grpSp>
        <p:nvGrpSpPr>
          <p:cNvPr id="13" name="Group 12"/>
          <p:cNvGrpSpPr/>
          <p:nvPr/>
        </p:nvGrpSpPr>
        <p:grpSpPr>
          <a:xfrm>
            <a:off x="191068" y="940303"/>
            <a:ext cx="9796991" cy="742272"/>
            <a:chOff x="68510" y="1560285"/>
            <a:chExt cx="9050776" cy="742272"/>
          </a:xfrm>
        </p:grpSpPr>
        <p:sp>
          <p:nvSpPr>
            <p:cNvPr id="14" name="AutoShape 23"/>
            <p:cNvSpPr>
              <a:spLocks noChangeArrowheads="1"/>
            </p:cNvSpPr>
            <p:nvPr/>
          </p:nvSpPr>
          <p:spPr bwMode="gray">
            <a:xfrm>
              <a:off x="950390" y="1561003"/>
              <a:ext cx="1068533" cy="740837"/>
            </a:xfrm>
            <a:prstGeom prst="chevron">
              <a:avLst>
                <a:gd name="adj" fmla="val 32648"/>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1</a:t>
              </a:r>
            </a:p>
            <a:p>
              <a:pPr algn="ctr" defTabSz="820474">
                <a:lnSpc>
                  <a:spcPct val="106000"/>
                </a:lnSpc>
                <a:spcBef>
                  <a:spcPct val="30000"/>
                </a:spcBef>
                <a:buClr>
                  <a:srgbClr val="000000"/>
                </a:buClr>
              </a:pPr>
              <a:r>
                <a:rPr lang="en-US" sz="800" dirty="0">
                  <a:solidFill>
                    <a:schemeClr val="bg1"/>
                  </a:solidFill>
                </a:rPr>
                <a:t>Set Up</a:t>
              </a:r>
            </a:p>
            <a:p>
              <a:pPr algn="ctr" defTabSz="820474">
                <a:lnSpc>
                  <a:spcPct val="106000"/>
                </a:lnSpc>
                <a:spcBef>
                  <a:spcPct val="30000"/>
                </a:spcBef>
                <a:buClr>
                  <a:srgbClr val="000000"/>
                </a:buClr>
              </a:pPr>
              <a:r>
                <a:rPr lang="en-US" sz="800" dirty="0">
                  <a:solidFill>
                    <a:schemeClr val="bg1"/>
                  </a:solidFill>
                </a:rPr>
                <a:t>Project</a:t>
              </a:r>
            </a:p>
          </p:txBody>
        </p:sp>
        <p:sp>
          <p:nvSpPr>
            <p:cNvPr id="15" name="AutoShape 25"/>
            <p:cNvSpPr>
              <a:spLocks noChangeArrowheads="1"/>
            </p:cNvSpPr>
            <p:nvPr/>
          </p:nvSpPr>
          <p:spPr bwMode="gray">
            <a:xfrm>
              <a:off x="3694200" y="1560644"/>
              <a:ext cx="1059725" cy="741554"/>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4</a:t>
              </a:r>
            </a:p>
            <a:p>
              <a:pPr algn="ctr" defTabSz="820474">
                <a:lnSpc>
                  <a:spcPct val="106000"/>
                </a:lnSpc>
                <a:spcBef>
                  <a:spcPct val="30000"/>
                </a:spcBef>
                <a:buClr>
                  <a:srgbClr val="000000"/>
                </a:buClr>
              </a:pPr>
              <a:r>
                <a:rPr lang="en-US" sz="800" dirty="0">
                  <a:solidFill>
                    <a:schemeClr val="bg1"/>
                  </a:solidFill>
                </a:rPr>
                <a:t>Record Product Scope</a:t>
              </a:r>
            </a:p>
          </p:txBody>
        </p:sp>
        <p:sp>
          <p:nvSpPr>
            <p:cNvPr id="16" name="AutoShape 26"/>
            <p:cNvSpPr>
              <a:spLocks noChangeArrowheads="1"/>
            </p:cNvSpPr>
            <p:nvPr/>
          </p:nvSpPr>
          <p:spPr bwMode="gray">
            <a:xfrm>
              <a:off x="4567272"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5</a:t>
              </a:r>
            </a:p>
            <a:p>
              <a:pPr algn="ctr" defTabSz="820474" fontAlgn="base">
                <a:lnSpc>
                  <a:spcPct val="106000"/>
                </a:lnSpc>
                <a:spcBef>
                  <a:spcPct val="30000"/>
                </a:spcBef>
                <a:spcAft>
                  <a:spcPct val="0"/>
                </a:spcAft>
                <a:buClr>
                  <a:srgbClr val="000000"/>
                </a:buClr>
                <a:defRPr/>
              </a:pPr>
              <a:r>
                <a:rPr lang="en-US" sz="800" dirty="0">
                  <a:solidFill>
                    <a:schemeClr val="bg1"/>
                  </a:solidFill>
                  <a:cs typeface="Arial" charset="0"/>
                </a:rPr>
                <a:t>Define Project </a:t>
              </a:r>
              <a:r>
                <a:rPr lang="en-US" sz="800" dirty="0" smtClean="0">
                  <a:solidFill>
                    <a:schemeClr val="bg1"/>
                  </a:solidFill>
                  <a:cs typeface="Arial" charset="0"/>
                </a:rPr>
                <a:t>Resources</a:t>
              </a:r>
              <a:endParaRPr lang="en-US" sz="800" dirty="0">
                <a:solidFill>
                  <a:schemeClr val="bg1"/>
                </a:solidFill>
                <a:cs typeface="Arial" charset="0"/>
              </a:endParaRPr>
            </a:p>
          </p:txBody>
        </p:sp>
        <p:sp>
          <p:nvSpPr>
            <p:cNvPr id="17" name="AutoShape 27"/>
            <p:cNvSpPr>
              <a:spLocks noChangeArrowheads="1"/>
            </p:cNvSpPr>
            <p:nvPr/>
          </p:nvSpPr>
          <p:spPr bwMode="gray">
            <a:xfrm>
              <a:off x="5440344"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6</a:t>
              </a:r>
            </a:p>
            <a:p>
              <a:pPr algn="ctr" defTabSz="820474">
                <a:lnSpc>
                  <a:spcPct val="106000"/>
                </a:lnSpc>
                <a:spcBef>
                  <a:spcPct val="30000"/>
                </a:spcBef>
                <a:buClr>
                  <a:srgbClr val="000000"/>
                </a:buClr>
              </a:pPr>
              <a:r>
                <a:rPr lang="en-US" sz="800" dirty="0">
                  <a:solidFill>
                    <a:schemeClr val="bg1"/>
                  </a:solidFill>
                </a:rPr>
                <a:t>Review </a:t>
              </a:r>
              <a:r>
                <a:rPr lang="en-US" sz="800" dirty="0">
                  <a:solidFill>
                    <a:schemeClr val="bg1"/>
                  </a:solidFill>
                </a:rPr>
                <a:t>Effort and Costs</a:t>
              </a:r>
              <a:endParaRPr lang="en-US" sz="800" dirty="0">
                <a:solidFill>
                  <a:schemeClr val="bg1"/>
                </a:solidFill>
              </a:endParaRPr>
            </a:p>
          </p:txBody>
        </p:sp>
        <p:sp>
          <p:nvSpPr>
            <p:cNvPr id="18" name="AutoShape 28"/>
            <p:cNvSpPr>
              <a:spLocks noChangeArrowheads="1"/>
            </p:cNvSpPr>
            <p:nvPr/>
          </p:nvSpPr>
          <p:spPr bwMode="gray">
            <a:xfrm>
              <a:off x="6313416"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7</a:t>
              </a:r>
            </a:p>
            <a:p>
              <a:pPr algn="ctr" defTabSz="820474">
                <a:lnSpc>
                  <a:spcPct val="106000"/>
                </a:lnSpc>
                <a:spcBef>
                  <a:spcPct val="30000"/>
                </a:spcBef>
                <a:buClr>
                  <a:srgbClr val="000000"/>
                </a:buClr>
              </a:pPr>
              <a:r>
                <a:rPr lang="en-US" sz="800" dirty="0">
                  <a:solidFill>
                    <a:schemeClr val="bg1"/>
                  </a:solidFill>
                </a:rPr>
                <a:t>Complete Staffing Model</a:t>
              </a:r>
              <a:endParaRPr lang="en-US" sz="800" dirty="0">
                <a:solidFill>
                  <a:schemeClr val="bg1"/>
                </a:solidFill>
              </a:endParaRPr>
            </a:p>
          </p:txBody>
        </p:sp>
        <p:sp>
          <p:nvSpPr>
            <p:cNvPr id="20" name="AutoShape 27"/>
            <p:cNvSpPr>
              <a:spLocks noChangeArrowheads="1"/>
            </p:cNvSpPr>
            <p:nvPr/>
          </p:nvSpPr>
          <p:spPr bwMode="gray">
            <a:xfrm>
              <a:off x="7186488" y="1561003"/>
              <a:ext cx="1059725" cy="740837"/>
            </a:xfrm>
            <a:prstGeom prst="chevron">
              <a:avLst>
                <a:gd name="adj" fmla="val 32379"/>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8</a:t>
              </a:r>
            </a:p>
            <a:p>
              <a:pPr algn="ctr" defTabSz="820474">
                <a:lnSpc>
                  <a:spcPct val="106000"/>
                </a:lnSpc>
                <a:spcBef>
                  <a:spcPct val="30000"/>
                </a:spcBef>
                <a:buClr>
                  <a:srgbClr val="000000"/>
                </a:buClr>
              </a:pPr>
              <a:r>
                <a:rPr lang="en-US" sz="800" dirty="0">
                  <a:solidFill>
                    <a:schemeClr val="bg1"/>
                  </a:solidFill>
                </a:rPr>
                <a:t>Complete Pricing Model </a:t>
              </a:r>
              <a:endParaRPr lang="en-US" sz="800" dirty="0">
                <a:solidFill>
                  <a:schemeClr val="bg1"/>
                </a:solidFill>
              </a:endParaRPr>
            </a:p>
          </p:txBody>
        </p:sp>
        <p:sp>
          <p:nvSpPr>
            <p:cNvPr id="21" name="AutoShape 24"/>
            <p:cNvSpPr>
              <a:spLocks noChangeArrowheads="1"/>
            </p:cNvSpPr>
            <p:nvPr/>
          </p:nvSpPr>
          <p:spPr bwMode="gray">
            <a:xfrm>
              <a:off x="1832270" y="1560285"/>
              <a:ext cx="1117618" cy="742272"/>
            </a:xfrm>
            <a:prstGeom prst="chevron">
              <a:avLst>
                <a:gd name="adj" fmla="val 32338"/>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2</a:t>
              </a:r>
            </a:p>
            <a:p>
              <a:pPr algn="ctr" defTabSz="820474">
                <a:lnSpc>
                  <a:spcPct val="106000"/>
                </a:lnSpc>
                <a:spcBef>
                  <a:spcPct val="30000"/>
                </a:spcBef>
                <a:buClr>
                  <a:srgbClr val="000000"/>
                </a:buClr>
              </a:pPr>
              <a:r>
                <a:rPr lang="en-US" sz="800" dirty="0">
                  <a:solidFill>
                    <a:schemeClr val="bg1"/>
                  </a:solidFill>
                </a:rPr>
                <a:t>Record Method Scope</a:t>
              </a:r>
            </a:p>
          </p:txBody>
        </p:sp>
        <p:sp>
          <p:nvSpPr>
            <p:cNvPr id="24" name="AutoShape 24"/>
            <p:cNvSpPr>
              <a:spLocks noChangeArrowheads="1"/>
            </p:cNvSpPr>
            <p:nvPr/>
          </p:nvSpPr>
          <p:spPr bwMode="gray">
            <a:xfrm>
              <a:off x="2763235" y="1560285"/>
              <a:ext cx="1117618" cy="742272"/>
            </a:xfrm>
            <a:prstGeom prst="chevron">
              <a:avLst>
                <a:gd name="adj" fmla="val 32338"/>
              </a:avLst>
            </a:prstGeom>
            <a:solidFill>
              <a:schemeClr val="accent1"/>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dirty="0">
                  <a:solidFill>
                    <a:schemeClr val="bg1"/>
                  </a:solidFill>
                </a:rPr>
                <a:t>3</a:t>
              </a:r>
            </a:p>
            <a:p>
              <a:pPr algn="ctr" defTabSz="820474">
                <a:lnSpc>
                  <a:spcPct val="106000"/>
                </a:lnSpc>
                <a:spcBef>
                  <a:spcPct val="30000"/>
                </a:spcBef>
                <a:buClr>
                  <a:srgbClr val="000000"/>
                </a:buClr>
              </a:pPr>
              <a:r>
                <a:rPr lang="en-US" sz="800" dirty="0">
                  <a:solidFill>
                    <a:schemeClr val="bg1"/>
                  </a:solidFill>
                </a:rPr>
                <a:t>Define </a:t>
              </a:r>
              <a:r>
                <a:rPr lang="en-US" sz="800" dirty="0">
                  <a:solidFill>
                    <a:schemeClr val="bg1"/>
                  </a:solidFill>
                </a:rPr>
                <a:t>Schedule</a:t>
              </a:r>
              <a:r>
                <a:rPr lang="en-US" sz="800" dirty="0">
                  <a:solidFill>
                    <a:schemeClr val="bg1"/>
                  </a:solidFill>
                </a:rPr>
                <a:t/>
              </a:r>
              <a:br>
                <a:rPr lang="en-US" sz="800" dirty="0">
                  <a:solidFill>
                    <a:schemeClr val="bg1"/>
                  </a:solidFill>
                </a:rPr>
              </a:br>
              <a:endParaRPr lang="en-US" sz="800" dirty="0">
                <a:solidFill>
                  <a:schemeClr val="bg1"/>
                </a:solidFill>
              </a:endParaRPr>
            </a:p>
          </p:txBody>
        </p:sp>
        <p:sp>
          <p:nvSpPr>
            <p:cNvPr id="26" name="AutoShape 27"/>
            <p:cNvSpPr>
              <a:spLocks noChangeArrowheads="1"/>
            </p:cNvSpPr>
            <p:nvPr/>
          </p:nvSpPr>
          <p:spPr bwMode="gray">
            <a:xfrm>
              <a:off x="8059561" y="1561003"/>
              <a:ext cx="1059725" cy="740837"/>
            </a:xfrm>
            <a:prstGeom prst="chevron">
              <a:avLst>
                <a:gd name="adj" fmla="val 32379"/>
              </a:avLst>
            </a:prstGeom>
            <a:solidFill>
              <a:srgbClr val="92D400"/>
            </a:solidFill>
            <a:ln w="28575" algn="ctr">
              <a:noFill/>
              <a:miter lim="800000"/>
              <a:headEnd/>
              <a:tailEnd/>
            </a:ln>
          </p:spPr>
          <p:txBody>
            <a:bodyPr lIns="71966" tIns="91396" rIns="71966" bIns="71966" anchor="ctr" anchorCtr="1"/>
            <a:lstStyle/>
            <a:p>
              <a:pPr algn="ctr" defTabSz="820474">
                <a:lnSpc>
                  <a:spcPct val="106000"/>
                </a:lnSpc>
                <a:spcBef>
                  <a:spcPct val="30000"/>
                </a:spcBef>
                <a:buClr>
                  <a:srgbClr val="000000"/>
                </a:buClr>
              </a:pPr>
              <a:r>
                <a:rPr lang="en-US" sz="800" b="1" dirty="0">
                  <a:solidFill>
                    <a:schemeClr val="bg1"/>
                  </a:solidFill>
                </a:rPr>
                <a:t>9</a:t>
              </a:r>
              <a:endParaRPr lang="en-US" sz="800" b="1" dirty="0">
                <a:solidFill>
                  <a:schemeClr val="bg1"/>
                </a:solidFill>
              </a:endParaRPr>
            </a:p>
            <a:p>
              <a:pPr algn="ctr" defTabSz="820474">
                <a:lnSpc>
                  <a:spcPct val="106000"/>
                </a:lnSpc>
                <a:spcBef>
                  <a:spcPct val="30000"/>
                </a:spcBef>
                <a:buClr>
                  <a:srgbClr val="000000"/>
                </a:buClr>
              </a:pPr>
              <a:r>
                <a:rPr lang="en-US" sz="800" b="1" dirty="0">
                  <a:solidFill>
                    <a:schemeClr val="bg1"/>
                  </a:solidFill>
                </a:rPr>
                <a:t>Generate Summary / Work Plan</a:t>
              </a:r>
              <a:endParaRPr lang="en-US" sz="800" b="1" dirty="0">
                <a:solidFill>
                  <a:schemeClr val="bg1"/>
                </a:solidFill>
              </a:endParaRPr>
            </a:p>
          </p:txBody>
        </p:sp>
        <p:sp>
          <p:nvSpPr>
            <p:cNvPr id="27" name="AutoShape 23"/>
            <p:cNvSpPr>
              <a:spLocks noChangeArrowheads="1"/>
            </p:cNvSpPr>
            <p:nvPr/>
          </p:nvSpPr>
          <p:spPr bwMode="gray">
            <a:xfrm>
              <a:off x="68510" y="1561003"/>
              <a:ext cx="1068533" cy="740837"/>
            </a:xfrm>
            <a:prstGeom prst="chevron">
              <a:avLst>
                <a:gd name="adj" fmla="val 32648"/>
              </a:avLst>
            </a:prstGeom>
            <a:solidFill>
              <a:schemeClr val="accent1"/>
            </a:solidFill>
            <a:ln w="28575" algn="ctr">
              <a:noFill/>
              <a:miter lim="800000"/>
              <a:headEnd/>
              <a:tailEnd/>
            </a:ln>
          </p:spPr>
          <p:txBody>
            <a:bodyPr lIns="71966" tIns="91396" rIns="71966" bIns="71966" anchor="ctr" anchorCtr="1"/>
            <a:lstStyle/>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0</a:t>
              </a:r>
              <a:endParaRPr lang="en-US" sz="800" dirty="0">
                <a:solidFill>
                  <a:schemeClr val="bg1"/>
                </a:solidFill>
                <a:cs typeface="Arial" charset="0"/>
              </a:endParaRPr>
            </a:p>
            <a:p>
              <a:pPr algn="ctr" defTabSz="820474" fontAlgn="base">
                <a:lnSpc>
                  <a:spcPct val="106000"/>
                </a:lnSpc>
                <a:spcBef>
                  <a:spcPct val="30000"/>
                </a:spcBef>
                <a:spcAft>
                  <a:spcPct val="0"/>
                </a:spcAft>
                <a:buClr>
                  <a:srgbClr val="000000"/>
                </a:buClr>
                <a:defRPr/>
              </a:pPr>
              <a:r>
                <a:rPr lang="en-US" sz="800" dirty="0" smtClean="0">
                  <a:solidFill>
                    <a:schemeClr val="bg1"/>
                  </a:solidFill>
                  <a:cs typeface="Arial" charset="0"/>
                </a:rPr>
                <a:t>PE&amp;PS Prep</a:t>
              </a:r>
              <a:endParaRPr lang="en-US" sz="800" dirty="0">
                <a:solidFill>
                  <a:schemeClr val="bg1"/>
                </a:solidFill>
                <a:cs typeface="Arial" charset="0"/>
              </a:endParaRPr>
            </a:p>
          </p:txBody>
        </p:sp>
      </p:gr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p:txBody>
          <a:bodyPr/>
          <a:lstStyle/>
          <a:p>
            <a:r>
              <a:rPr lang="en-US" dirty="0" smtClean="0"/>
              <a:t>What training is available?</a:t>
            </a:r>
          </a:p>
        </p:txBody>
      </p:sp>
      <p:sp>
        <p:nvSpPr>
          <p:cNvPr id="3" name="Content Placeholder 2"/>
          <p:cNvSpPr>
            <a:spLocks noGrp="1"/>
          </p:cNvSpPr>
          <p:nvPr>
            <p:ph idx="1"/>
          </p:nvPr>
        </p:nvSpPr>
        <p:spPr>
          <a:xfrm>
            <a:off x="436631" y="765373"/>
            <a:ext cx="9151795" cy="735879"/>
          </a:xfrm>
        </p:spPr>
        <p:txBody>
          <a:bodyPr/>
          <a:lstStyle/>
          <a:p>
            <a:pPr marL="0" indent="0">
              <a:spcAft>
                <a:spcPts val="111"/>
              </a:spcAft>
              <a:defRPr/>
            </a:pPr>
            <a:endParaRPr lang="en-US" sz="800" dirty="0" smtClean="0">
              <a:cs typeface="Arial" pitchFamily="34" charset="0"/>
            </a:endParaRPr>
          </a:p>
          <a:p>
            <a:pPr marL="0" indent="0">
              <a:spcAft>
                <a:spcPts val="111"/>
              </a:spcAft>
              <a:defRPr/>
            </a:pPr>
            <a:r>
              <a:rPr lang="en-US" sz="1800" dirty="0" smtClean="0">
                <a:solidFill>
                  <a:srgbClr val="002776"/>
                </a:solidFill>
              </a:rPr>
              <a:t>You will find training materials in the Learning tab of the Additional Resources section of the PE&amp;PS home page.  </a:t>
            </a:r>
            <a:endParaRPr sz="1800" dirty="0">
              <a:cs typeface="Arial" pitchFamily="34" charset="0"/>
            </a:endParaRPr>
          </a:p>
        </p:txBody>
      </p:sp>
      <p:sp>
        <p:nvSpPr>
          <p:cNvPr id="10" name="Rectangle 11"/>
          <p:cNvSpPr>
            <a:spLocks noChangeArrowheads="1"/>
          </p:cNvSpPr>
          <p:nvPr/>
        </p:nvSpPr>
        <p:spPr bwMode="auto">
          <a:xfrm>
            <a:off x="471607" y="1961433"/>
            <a:ext cx="8713336" cy="5318598"/>
          </a:xfrm>
          <a:prstGeom prst="rect">
            <a:avLst/>
          </a:prstGeom>
          <a:solidFill>
            <a:schemeClr val="bg1"/>
          </a:solidFill>
          <a:ln w="6350" algn="ctr">
            <a:solidFill>
              <a:schemeClr val="accent2"/>
            </a:solidFill>
            <a:miter lim="800000"/>
            <a:headEnd type="none" w="sm" len="sm"/>
            <a:tailEnd type="none" w="sm" len="sm"/>
          </a:ln>
          <a:effectLst>
            <a:outerShdw dist="17961" dir="2700000" algn="ctr" rotWithShape="0">
              <a:srgbClr val="808080"/>
            </a:outerShdw>
          </a:effectLst>
        </p:spPr>
        <p:txBody>
          <a:bodyPr lIns="91425" tIns="91425" rIns="91425" bIns="91425"/>
          <a:lstStyle/>
          <a:p>
            <a:pPr marL="152827" indent="-152827" eaLnBrk="0" hangingPunct="0">
              <a:spcBef>
                <a:spcPts val="669"/>
              </a:spcBef>
              <a:buFontTx/>
              <a:buChar char="•"/>
              <a:defRPr/>
            </a:pPr>
            <a:r>
              <a:rPr lang="en-US" sz="1200" b="1" dirty="0" smtClean="0">
                <a:solidFill>
                  <a:schemeClr val="tx2"/>
                </a:solidFill>
              </a:rPr>
              <a:t>Purpose:</a:t>
            </a:r>
            <a:r>
              <a:rPr lang="en-US" sz="1200" dirty="0" smtClean="0">
                <a:solidFill>
                  <a:schemeClr val="tx2"/>
                </a:solidFill>
              </a:rPr>
              <a:t> Become familiar with PE&amp;PS functionalities and improve PE&amp;PS skills by accessing and viewing training decks, course recordings, and demonstration videos from the PE&amp;PS website</a:t>
            </a:r>
          </a:p>
          <a:p>
            <a:pPr marL="152827" indent="-152827" eaLnBrk="0" hangingPunct="0">
              <a:spcBef>
                <a:spcPts val="669"/>
              </a:spcBef>
              <a:buFontTx/>
              <a:buChar char="•"/>
              <a:defRPr/>
            </a:pPr>
            <a:r>
              <a:rPr lang="en-US" sz="1200" b="1" dirty="0" smtClean="0">
                <a:solidFill>
                  <a:schemeClr val="tx2"/>
                </a:solidFill>
              </a:rPr>
              <a:t>Web-Based Training:</a:t>
            </a:r>
            <a:endParaRPr lang="en-US" sz="1200" dirty="0" smtClean="0">
              <a:solidFill>
                <a:schemeClr val="tx2"/>
              </a:solidFill>
            </a:endParaRPr>
          </a:p>
          <a:p>
            <a:pPr marL="559011" lvl="1" indent="-152827" eaLnBrk="0" hangingPunct="0">
              <a:lnSpc>
                <a:spcPct val="110000"/>
              </a:lnSpc>
              <a:spcBef>
                <a:spcPts val="669"/>
              </a:spcBef>
              <a:buFontTx/>
              <a:buChar char="•"/>
              <a:defRPr/>
            </a:pPr>
            <a:r>
              <a:rPr lang="en-US" sz="1200" b="1" dirty="0" smtClean="0">
                <a:solidFill>
                  <a:schemeClr val="tx2"/>
                </a:solidFill>
                <a:cs typeface="Arial" pitchFamily="34" charset="0"/>
              </a:rPr>
              <a:t>Course 1:</a:t>
            </a:r>
            <a:r>
              <a:rPr lang="en-US" sz="1200" dirty="0" smtClean="0">
                <a:solidFill>
                  <a:schemeClr val="tx2"/>
                </a:solidFill>
                <a:cs typeface="Arial" pitchFamily="34" charset="0"/>
              </a:rPr>
              <a:t> Estimation Basics and Introduction to PE&amp;PS</a:t>
            </a:r>
          </a:p>
          <a:p>
            <a:pPr marL="559011" lvl="1" indent="-152827" eaLnBrk="0" hangingPunct="0">
              <a:lnSpc>
                <a:spcPct val="110000"/>
              </a:lnSpc>
              <a:spcBef>
                <a:spcPts val="669"/>
              </a:spcBef>
              <a:buFontTx/>
              <a:buChar char="•"/>
              <a:defRPr/>
            </a:pPr>
            <a:r>
              <a:rPr lang="en-US" sz="1200" b="1" dirty="0" smtClean="0">
                <a:solidFill>
                  <a:schemeClr val="tx2"/>
                </a:solidFill>
                <a:cs typeface="Arial" pitchFamily="34" charset="0"/>
              </a:rPr>
              <a:t>Course 2:</a:t>
            </a:r>
            <a:r>
              <a:rPr lang="en-US" sz="1200" dirty="0" smtClean="0">
                <a:solidFill>
                  <a:schemeClr val="tx2"/>
                </a:solidFill>
                <a:cs typeface="Arial" pitchFamily="34" charset="0"/>
              </a:rPr>
              <a:t> Inputs</a:t>
            </a:r>
          </a:p>
          <a:p>
            <a:pPr marL="559011" lvl="1" indent="-152827" eaLnBrk="0" hangingPunct="0">
              <a:lnSpc>
                <a:spcPct val="110000"/>
              </a:lnSpc>
              <a:spcBef>
                <a:spcPts val="669"/>
              </a:spcBef>
              <a:buFontTx/>
              <a:buChar char="•"/>
              <a:defRPr/>
            </a:pPr>
            <a:r>
              <a:rPr lang="en-US" sz="1200" b="1" dirty="0" smtClean="0">
                <a:solidFill>
                  <a:schemeClr val="tx2"/>
                </a:solidFill>
                <a:cs typeface="Arial" pitchFamily="34" charset="0"/>
              </a:rPr>
              <a:t>Course 3:</a:t>
            </a:r>
            <a:r>
              <a:rPr lang="en-US" sz="1200" dirty="0" smtClean="0">
                <a:solidFill>
                  <a:schemeClr val="tx2"/>
                </a:solidFill>
                <a:cs typeface="Arial" pitchFamily="34" charset="0"/>
              </a:rPr>
              <a:t> Interpreting Effort Results</a:t>
            </a:r>
          </a:p>
          <a:p>
            <a:pPr marL="559011" lvl="1" indent="-152827" eaLnBrk="0" hangingPunct="0">
              <a:lnSpc>
                <a:spcPct val="110000"/>
              </a:lnSpc>
              <a:spcBef>
                <a:spcPts val="669"/>
              </a:spcBef>
              <a:buFontTx/>
              <a:buChar char="•"/>
              <a:defRPr/>
            </a:pPr>
            <a:r>
              <a:rPr lang="en-US" sz="1200" b="1" dirty="0" smtClean="0">
                <a:solidFill>
                  <a:schemeClr val="tx2"/>
                </a:solidFill>
                <a:cs typeface="Arial" pitchFamily="34" charset="0"/>
              </a:rPr>
              <a:t>Course 4:</a:t>
            </a:r>
            <a:r>
              <a:rPr lang="en-US" sz="1200" dirty="0" smtClean="0">
                <a:solidFill>
                  <a:schemeClr val="tx2"/>
                </a:solidFill>
                <a:cs typeface="Arial" pitchFamily="34" charset="0"/>
              </a:rPr>
              <a:t> Cost, Staffing, and Pricing Model</a:t>
            </a:r>
          </a:p>
          <a:p>
            <a:pPr marL="559011" lvl="1" indent="-152827" eaLnBrk="0" hangingPunct="0">
              <a:lnSpc>
                <a:spcPct val="110000"/>
              </a:lnSpc>
              <a:spcBef>
                <a:spcPts val="669"/>
              </a:spcBef>
              <a:buFontTx/>
              <a:buChar char="•"/>
              <a:defRPr/>
            </a:pPr>
            <a:r>
              <a:rPr lang="en-US" sz="1200" b="1" dirty="0" smtClean="0">
                <a:solidFill>
                  <a:schemeClr val="tx2"/>
                </a:solidFill>
                <a:cs typeface="Arial" pitchFamily="34" charset="0"/>
              </a:rPr>
              <a:t>Course 5:</a:t>
            </a:r>
            <a:r>
              <a:rPr lang="en-US" sz="1200" dirty="0" smtClean="0">
                <a:solidFill>
                  <a:schemeClr val="tx2"/>
                </a:solidFill>
                <a:cs typeface="Arial" pitchFamily="34" charset="0"/>
              </a:rPr>
              <a:t> Project Planning</a:t>
            </a:r>
          </a:p>
          <a:p>
            <a:pPr marL="101884" indent="-152827" eaLnBrk="0" hangingPunct="0">
              <a:lnSpc>
                <a:spcPct val="110000"/>
              </a:lnSpc>
              <a:spcBef>
                <a:spcPts val="669"/>
              </a:spcBef>
              <a:buFontTx/>
              <a:buChar char="•"/>
              <a:defRPr/>
            </a:pPr>
            <a:r>
              <a:rPr lang="en-US" sz="1200" b="1" dirty="0" smtClean="0">
                <a:solidFill>
                  <a:schemeClr val="tx2"/>
                </a:solidFill>
                <a:cs typeface="Arial" pitchFamily="34" charset="0"/>
              </a:rPr>
              <a:t>Detailed Instruction decks:</a:t>
            </a:r>
            <a:r>
              <a:rPr lang="en-US" sz="1200" dirty="0" smtClean="0">
                <a:solidFill>
                  <a:schemeClr val="tx2"/>
                </a:solidFill>
                <a:cs typeface="Arial" pitchFamily="34" charset="0"/>
              </a:rPr>
              <a:t> Power Point decks from previous EVD for SAP Instructor-Led-Training sessions provide step-by-step procedures on performing an estimate using PE&amp;PS</a:t>
            </a:r>
          </a:p>
          <a:p>
            <a:pPr marL="559011" lvl="1" indent="-152827" eaLnBrk="0" hangingPunct="0">
              <a:lnSpc>
                <a:spcPct val="110000"/>
              </a:lnSpc>
              <a:spcBef>
                <a:spcPts val="669"/>
              </a:spcBef>
              <a:buFontTx/>
              <a:buChar char="•"/>
              <a:defRPr/>
            </a:pPr>
            <a:r>
              <a:rPr lang="en-US" sz="1200" dirty="0" smtClean="0">
                <a:solidFill>
                  <a:schemeClr val="tx2"/>
                </a:solidFill>
                <a:cs typeface="Arial" pitchFamily="34" charset="0"/>
              </a:rPr>
              <a:t>Course 1:  Introduction to PE&amp;PS and Estimation Basics </a:t>
            </a:r>
          </a:p>
          <a:p>
            <a:pPr marL="559011" lvl="1" indent="-152827" eaLnBrk="0" hangingPunct="0">
              <a:lnSpc>
                <a:spcPct val="110000"/>
              </a:lnSpc>
              <a:spcBef>
                <a:spcPts val="669"/>
              </a:spcBef>
              <a:buFontTx/>
              <a:buChar char="•"/>
              <a:defRPr/>
            </a:pPr>
            <a:r>
              <a:rPr lang="en-US" sz="1200" dirty="0" smtClean="0">
                <a:solidFill>
                  <a:schemeClr val="tx2"/>
                </a:solidFill>
                <a:cs typeface="Arial" pitchFamily="34" charset="0"/>
              </a:rPr>
              <a:t>Course 2:  PE&amp;PS Inputs and Outputs </a:t>
            </a:r>
          </a:p>
          <a:p>
            <a:pPr marL="559011" lvl="1" indent="-152827" eaLnBrk="0" hangingPunct="0">
              <a:lnSpc>
                <a:spcPct val="110000"/>
              </a:lnSpc>
              <a:spcBef>
                <a:spcPts val="669"/>
              </a:spcBef>
              <a:buFontTx/>
              <a:buChar char="•"/>
              <a:defRPr/>
            </a:pPr>
            <a:r>
              <a:rPr lang="en-US" sz="1200" dirty="0" smtClean="0">
                <a:solidFill>
                  <a:schemeClr val="tx2"/>
                </a:solidFill>
                <a:cs typeface="Arial" pitchFamily="34" charset="0"/>
              </a:rPr>
              <a:t>Course 3:  Interfaces - Pricing/Staffing and Project Plan </a:t>
            </a:r>
          </a:p>
          <a:p>
            <a:pPr marL="101884" indent="-152827" eaLnBrk="0" hangingPunct="0">
              <a:lnSpc>
                <a:spcPct val="110000"/>
              </a:lnSpc>
              <a:spcBef>
                <a:spcPts val="669"/>
              </a:spcBef>
              <a:buFontTx/>
              <a:buChar char="•"/>
              <a:defRPr/>
            </a:pPr>
            <a:r>
              <a:rPr lang="en-US" sz="1200" b="1" dirty="0" smtClean="0">
                <a:solidFill>
                  <a:schemeClr val="tx2"/>
                </a:solidFill>
                <a:cs typeface="Arial" pitchFamily="34" charset="0"/>
              </a:rPr>
              <a:t>Demonstration videos:  </a:t>
            </a:r>
            <a:r>
              <a:rPr lang="en-US" sz="1200" dirty="0" smtClean="0">
                <a:solidFill>
                  <a:schemeClr val="tx2"/>
                </a:solidFill>
                <a:cs typeface="Arial" pitchFamily="34" charset="0"/>
              </a:rPr>
              <a:t>Web recordings of each step in the estimation process</a:t>
            </a:r>
          </a:p>
          <a:p>
            <a:pPr marL="559011" lvl="1" indent="-152827" eaLnBrk="0" hangingPunct="0">
              <a:lnSpc>
                <a:spcPct val="110000"/>
              </a:lnSpc>
              <a:spcBef>
                <a:spcPts val="669"/>
              </a:spcBef>
              <a:buFontTx/>
              <a:buChar char="•"/>
              <a:defRPr/>
            </a:pPr>
            <a:r>
              <a:rPr lang="en-US" sz="1200" dirty="0" smtClean="0">
                <a:solidFill>
                  <a:schemeClr val="tx2"/>
                </a:solidFill>
                <a:cs typeface="Arial" pitchFamily="34" charset="0"/>
              </a:rPr>
              <a:t>Click on the “PE&amp;PS help demos” under the Related links section</a:t>
            </a:r>
          </a:p>
          <a:p>
            <a:pPr marL="101884" indent="-152827" eaLnBrk="0" hangingPunct="0">
              <a:lnSpc>
                <a:spcPct val="110000"/>
              </a:lnSpc>
              <a:spcBef>
                <a:spcPts val="669"/>
              </a:spcBef>
              <a:buFontTx/>
              <a:buChar char="•"/>
              <a:defRPr/>
            </a:pPr>
            <a:r>
              <a:rPr lang="en-US" sz="1200" b="1" dirty="0" smtClean="0">
                <a:solidFill>
                  <a:schemeClr val="tx2"/>
                </a:solidFill>
                <a:cs typeface="Arial" pitchFamily="34" charset="0"/>
              </a:rPr>
              <a:t>Additional Resources</a:t>
            </a:r>
          </a:p>
          <a:p>
            <a:pPr marL="559011" lvl="1" indent="-152827" eaLnBrk="0" hangingPunct="0">
              <a:lnSpc>
                <a:spcPct val="110000"/>
              </a:lnSpc>
              <a:spcBef>
                <a:spcPts val="669"/>
              </a:spcBef>
              <a:buFontTx/>
              <a:buChar char="•"/>
              <a:defRPr/>
            </a:pPr>
            <a:r>
              <a:rPr lang="en-US" sz="1200" dirty="0" smtClean="0">
                <a:solidFill>
                  <a:schemeClr val="tx2"/>
                </a:solidFill>
                <a:cs typeface="Arial" pitchFamily="34" charset="0"/>
              </a:rPr>
              <a:t>Quick Reference Card:  Navigation and estimation tips</a:t>
            </a:r>
          </a:p>
          <a:p>
            <a:pPr marL="559011" lvl="1" indent="-152827" eaLnBrk="0" hangingPunct="0">
              <a:lnSpc>
                <a:spcPct val="110000"/>
              </a:lnSpc>
              <a:spcBef>
                <a:spcPts val="669"/>
              </a:spcBef>
              <a:buFontTx/>
              <a:buChar char="•"/>
              <a:defRPr/>
            </a:pPr>
            <a:r>
              <a:rPr lang="en-US" sz="1200" dirty="0" smtClean="0">
                <a:solidFill>
                  <a:schemeClr val="tx2"/>
                </a:solidFill>
                <a:cs typeface="Arial" pitchFamily="34" charset="0"/>
              </a:rPr>
              <a:t>Overview Demo Deck:  High-level overview for new PE&amp;PS users</a:t>
            </a:r>
            <a:endParaRPr lang="en-US" sz="1200" dirty="0" smtClean="0">
              <a:solidFill>
                <a:schemeClr val="tx2"/>
              </a:solidFill>
            </a:endParaRPr>
          </a:p>
        </p:txBody>
      </p:sp>
      <p:sp>
        <p:nvSpPr>
          <p:cNvPr id="11" name="Rectangle 12"/>
          <p:cNvSpPr>
            <a:spLocks noChangeArrowheads="1"/>
          </p:cNvSpPr>
          <p:nvPr/>
        </p:nvSpPr>
        <p:spPr bwMode="auto">
          <a:xfrm>
            <a:off x="471605" y="1518041"/>
            <a:ext cx="8713340" cy="414394"/>
          </a:xfrm>
          <a:prstGeom prst="rect">
            <a:avLst/>
          </a:prstGeom>
          <a:solidFill>
            <a:schemeClr val="accent2"/>
          </a:solidFill>
          <a:ln w="6350" algn="ctr">
            <a:solidFill>
              <a:schemeClr val="accent2"/>
            </a:solidFill>
            <a:miter lim="800000"/>
            <a:headEnd type="none" w="sm" len="sm"/>
            <a:tailEnd/>
          </a:ln>
          <a:effectLst>
            <a:outerShdw dist="17961" dir="2700000" algn="ctr" rotWithShape="0">
              <a:srgbClr val="808080"/>
            </a:outerShdw>
          </a:effectLst>
        </p:spPr>
        <p:txBody>
          <a:bodyPr lIns="91425" tIns="91425" rIns="91425" bIns="91425" anchor="ctr"/>
          <a:lstStyle/>
          <a:p>
            <a:pPr algn="ctr" eaLnBrk="0" hangingPunct="0">
              <a:defRPr/>
            </a:pPr>
            <a:r>
              <a:rPr lang="en-US" sz="1600" b="1" dirty="0" smtClean="0">
                <a:solidFill>
                  <a:schemeClr val="bg1"/>
                </a:solidFill>
                <a:latin typeface="Arial" pitchFamily="34" charset="0"/>
                <a:cs typeface="Arial" pitchFamily="34" charset="0"/>
              </a:rPr>
              <a:t>Self Learning</a:t>
            </a:r>
            <a:endParaRPr lang="en-US" sz="1600" b="1" dirty="0">
              <a:solidFill>
                <a:schemeClr val="bg1"/>
              </a:solidFill>
              <a:latin typeface="Arial" pitchFamily="34" charset="0"/>
              <a:cs typeface="Arial" pitchFamily="34" charset="0"/>
            </a:endParaRPr>
          </a:p>
        </p:txBody>
      </p:sp>
      <p:sp>
        <p:nvSpPr>
          <p:cNvPr id="12" name="Slide Number Placeholder 9"/>
          <p:cNvSpPr>
            <a:spLocks noGrp="1"/>
          </p:cNvSpPr>
          <p:nvPr>
            <p:ph type="sldNum" sz="quarter" idx="10"/>
          </p:nvPr>
        </p:nvSpPr>
        <p:spPr bwMode="auto">
          <a:xfrm>
            <a:off x="457201" y="7429501"/>
            <a:ext cx="311150" cy="163513"/>
          </a:xfrm>
          <a:noFill/>
          <a:ln>
            <a:miter lim="800000"/>
            <a:headEnd/>
            <a:tailEnd/>
          </a:ln>
        </p:spPr>
        <p:txBody>
          <a:bodyPr/>
          <a:lstStyle/>
          <a:p>
            <a:pPr defTabSz="1019012"/>
            <a:fld id="{F6BFBDE3-CD1C-4061-BEE7-BF4FA094721A}" type="slidenum">
              <a:rPr lang="en-US"/>
              <a:pPr defTabSz="1019012"/>
              <a:t>20</a:t>
            </a:fld>
            <a:endParaRPr lang="en-US" dirty="0"/>
          </a:p>
        </p:txBody>
      </p:sp>
    </p:spTree>
    <p:extLst>
      <p:ext uri="{BB962C8B-B14F-4D97-AF65-F5344CB8AC3E}">
        <p14:creationId xmlns:p14="http://schemas.microsoft.com/office/powerpoint/2010/main" val="4655749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982639" y="6707519"/>
            <a:ext cx="8202304" cy="584761"/>
          </a:xfrm>
          <a:prstGeom prst="rect">
            <a:avLst/>
          </a:prstGeom>
          <a:noFill/>
          <a:ln w="19050">
            <a:solidFill>
              <a:srgbClr val="92D400"/>
            </a:solidFill>
          </a:ln>
        </p:spPr>
        <p:txBody>
          <a:bodyPr wrap="square" lIns="91425" tIns="45713" rIns="91425" bIns="45713" rtlCol="0">
            <a:spAutoFit/>
          </a:bodyPr>
          <a:lstStyle/>
          <a:p>
            <a:pPr algn="ctr"/>
            <a:r>
              <a:rPr lang="en-US" sz="1600" b="1" dirty="0" smtClean="0">
                <a:solidFill>
                  <a:srgbClr val="002776"/>
                </a:solidFill>
              </a:rPr>
              <a:t>Type PE&amp;PS into the “Jump to” box on DeloitteNet or click on: </a:t>
            </a:r>
            <a:r>
              <a:rPr lang="en-US" sz="1600" u="sng" dirty="0" smtClean="0">
                <a:hlinkClick r:id="rId3"/>
              </a:rPr>
              <a:t>https://kx.deloitteresources.com/C6/PEPS/default.aspx</a:t>
            </a:r>
            <a:endParaRPr lang="en-US" sz="1600" u="sng" dirty="0" smtClean="0"/>
          </a:p>
        </p:txBody>
      </p:sp>
      <p:sp>
        <p:nvSpPr>
          <p:cNvPr id="97281" name="Slide Number Placeholder 9"/>
          <p:cNvSpPr txBox="1">
            <a:spLocks noGrp="1"/>
          </p:cNvSpPr>
          <p:nvPr/>
        </p:nvSpPr>
        <p:spPr bwMode="auto">
          <a:xfrm>
            <a:off x="457201" y="7429501"/>
            <a:ext cx="311150" cy="163513"/>
          </a:xfrm>
          <a:prstGeom prst="rect">
            <a:avLst/>
          </a:prstGeom>
          <a:noFill/>
          <a:ln w="9525">
            <a:noFill/>
            <a:miter lim="800000"/>
            <a:headEnd/>
            <a:tailEnd/>
          </a:ln>
        </p:spPr>
        <p:txBody>
          <a:bodyPr lIns="0" tIns="0" rIns="0" bIns="0"/>
          <a:lstStyle/>
          <a:p>
            <a:pPr defTabSz="1019012">
              <a:lnSpc>
                <a:spcPts val="1200"/>
              </a:lnSpc>
            </a:pPr>
            <a:fld id="{681D7D75-9334-4933-9A61-9801B4DC4615}" type="slidenum">
              <a:rPr lang="en-US" sz="1000" b="1">
                <a:solidFill>
                  <a:schemeClr val="tx2"/>
                </a:solidFill>
              </a:rPr>
              <a:pPr defTabSz="1019012">
                <a:lnSpc>
                  <a:spcPts val="1200"/>
                </a:lnSpc>
              </a:pPr>
              <a:t>21</a:t>
            </a:fld>
            <a:endParaRPr lang="en-US" sz="1000" b="1" dirty="0">
              <a:solidFill>
                <a:schemeClr val="tx2"/>
              </a:solidFill>
            </a:endParaRPr>
          </a:p>
        </p:txBody>
      </p:sp>
      <p:sp>
        <p:nvSpPr>
          <p:cNvPr id="97282" name="Rectangle 4"/>
          <p:cNvSpPr>
            <a:spLocks noGrp="1"/>
          </p:cNvSpPr>
          <p:nvPr>
            <p:ph type="title" idx="4294967295"/>
          </p:nvPr>
        </p:nvSpPr>
        <p:spPr>
          <a:xfrm>
            <a:off x="449264" y="422276"/>
            <a:ext cx="9266237" cy="714375"/>
          </a:xfrm>
        </p:spPr>
        <p:txBody>
          <a:bodyPr/>
          <a:lstStyle/>
          <a:p>
            <a:pPr>
              <a:lnSpc>
                <a:spcPct val="100000"/>
              </a:lnSpc>
            </a:pPr>
            <a:r>
              <a:rPr lang="en-US" dirty="0" smtClean="0"/>
              <a:t>Where do I go for additional information and resources?</a:t>
            </a:r>
            <a:endParaRPr lang="en-US" b="0" dirty="0" smtClean="0"/>
          </a:p>
        </p:txBody>
      </p:sp>
      <p:sp>
        <p:nvSpPr>
          <p:cNvPr id="97288" name="Rectangle 35"/>
          <p:cNvSpPr>
            <a:spLocks noChangeArrowheads="1"/>
          </p:cNvSpPr>
          <p:nvPr/>
        </p:nvSpPr>
        <p:spPr bwMode="auto">
          <a:xfrm>
            <a:off x="450376" y="2058043"/>
            <a:ext cx="3207224" cy="291107"/>
          </a:xfrm>
          <a:prstGeom prst="rect">
            <a:avLst/>
          </a:prstGeom>
          <a:solidFill>
            <a:srgbClr val="00A1DE"/>
          </a:solidFill>
          <a:ln w="3175" algn="ctr">
            <a:noFill/>
            <a:miter lim="800000"/>
            <a:headEnd/>
            <a:tailEnd/>
          </a:ln>
        </p:spPr>
        <p:txBody>
          <a:bodyPr wrap="square" lIns="101885" tIns="48134" rIns="101885" bIns="48134" anchor="ctr">
            <a:spAutoFit/>
          </a:bodyPr>
          <a:lstStyle/>
          <a:p>
            <a:pPr algn="ctr" defTabSz="1019012">
              <a:lnSpc>
                <a:spcPct val="90000"/>
              </a:lnSpc>
              <a:spcBef>
                <a:spcPct val="10000"/>
              </a:spcBef>
              <a:buClr>
                <a:schemeClr val="accent1"/>
              </a:buClr>
              <a:buSzPct val="90000"/>
            </a:pPr>
            <a:r>
              <a:rPr lang="en-US" sz="1400" b="1" dirty="0" smtClean="0">
                <a:solidFill>
                  <a:schemeClr val="bg1"/>
                </a:solidFill>
              </a:rPr>
              <a:t>Additional resources</a:t>
            </a:r>
            <a:endParaRPr lang="en-US" sz="1400" b="1" dirty="0">
              <a:solidFill>
                <a:schemeClr val="bg1"/>
              </a:solidFill>
            </a:endParaRPr>
          </a:p>
        </p:txBody>
      </p:sp>
      <p:sp>
        <p:nvSpPr>
          <p:cNvPr id="16" name="Rectangle 5"/>
          <p:cNvSpPr>
            <a:spLocks/>
          </p:cNvSpPr>
          <p:nvPr/>
        </p:nvSpPr>
        <p:spPr bwMode="auto">
          <a:xfrm>
            <a:off x="452074" y="1143949"/>
            <a:ext cx="9266238" cy="908050"/>
          </a:xfrm>
          <a:prstGeom prst="rect">
            <a:avLst/>
          </a:prstGeom>
          <a:noFill/>
          <a:ln w="9525">
            <a:noFill/>
            <a:miter lim="800000"/>
            <a:headEnd/>
            <a:tailEnd/>
          </a:ln>
        </p:spPr>
        <p:txBody>
          <a:bodyPr lIns="0" tIns="0" rIns="0" bIns="0"/>
          <a:lstStyle/>
          <a:p>
            <a:pPr defTabSz="1019012">
              <a:spcAft>
                <a:spcPts val="300"/>
              </a:spcAft>
            </a:pPr>
            <a:r>
              <a:rPr lang="en-US" dirty="0" smtClean="0">
                <a:solidFill>
                  <a:schemeClr val="tx2"/>
                </a:solidFill>
              </a:rPr>
              <a:t>On the Services Quality home page you will find a link to the PE&amp;PS page under the Enabling tools section. </a:t>
            </a:r>
          </a:p>
          <a:p>
            <a:pPr defTabSz="1019012">
              <a:spcAft>
                <a:spcPts val="300"/>
              </a:spcAft>
            </a:pPr>
            <a:endParaRPr lang="en-US" dirty="0">
              <a:solidFill>
                <a:schemeClr val="tx2"/>
              </a:solidFill>
            </a:endParaRPr>
          </a:p>
        </p:txBody>
      </p:sp>
      <p:sp>
        <p:nvSpPr>
          <p:cNvPr id="21" name="Rectangle 20"/>
          <p:cNvSpPr/>
          <p:nvPr/>
        </p:nvSpPr>
        <p:spPr>
          <a:xfrm>
            <a:off x="436730" y="2382082"/>
            <a:ext cx="3398292" cy="815594"/>
          </a:xfrm>
          <a:prstGeom prst="rect">
            <a:avLst/>
          </a:prstGeom>
        </p:spPr>
        <p:txBody>
          <a:bodyPr wrap="square" lIns="91425" tIns="45713" rIns="91425" bIns="45713">
            <a:spAutoFit/>
          </a:bodyPr>
          <a:lstStyle/>
          <a:p>
            <a:pPr>
              <a:spcBef>
                <a:spcPts val="600"/>
              </a:spcBef>
            </a:pPr>
            <a:r>
              <a:rPr lang="en-US" sz="1400" dirty="0" smtClean="0">
                <a:solidFill>
                  <a:srgbClr val="002776"/>
                </a:solidFill>
              </a:rPr>
              <a:t>At the bottom of the PE&amp;PS page you will find Additional resources</a:t>
            </a:r>
          </a:p>
          <a:p>
            <a:pPr>
              <a:spcBef>
                <a:spcPts val="600"/>
              </a:spcBef>
            </a:pPr>
            <a:endParaRPr lang="en-US" sz="1400" dirty="0">
              <a:solidFill>
                <a:srgbClr val="002776"/>
              </a:solidFill>
            </a:endParaRPr>
          </a:p>
        </p:txBody>
      </p:sp>
      <p:sp>
        <p:nvSpPr>
          <p:cNvPr id="22" name="TextBox 10"/>
          <p:cNvSpPr txBox="1">
            <a:spLocks noChangeArrowheads="1"/>
          </p:cNvSpPr>
          <p:nvPr/>
        </p:nvSpPr>
        <p:spPr bwMode="auto">
          <a:xfrm>
            <a:off x="450379" y="2901186"/>
            <a:ext cx="4612943" cy="3231640"/>
          </a:xfrm>
          <a:prstGeom prst="rect">
            <a:avLst/>
          </a:prstGeom>
          <a:noFill/>
          <a:ln w="9525">
            <a:noFill/>
            <a:miter lim="800000"/>
            <a:headEnd/>
            <a:tailEnd/>
          </a:ln>
        </p:spPr>
        <p:txBody>
          <a:bodyPr wrap="square" lIns="91425" tIns="45713" rIns="91425" bIns="45713">
            <a:spAutoFit/>
          </a:bodyPr>
          <a:lstStyle/>
          <a:p>
            <a:pPr>
              <a:spcBef>
                <a:spcPts val="600"/>
              </a:spcBef>
            </a:pPr>
            <a:r>
              <a:rPr lang="en-US" sz="1400" dirty="0" smtClean="0">
                <a:solidFill>
                  <a:srgbClr val="002776"/>
                </a:solidFill>
              </a:rPr>
              <a:t>Key contents:</a:t>
            </a:r>
          </a:p>
          <a:p>
            <a:pPr marL="171423" indent="-171423">
              <a:spcBef>
                <a:spcPts val="600"/>
              </a:spcBef>
              <a:buFont typeface="Arial" pitchFamily="34" charset="0"/>
              <a:buChar char="•"/>
            </a:pPr>
            <a:r>
              <a:rPr lang="en-US" sz="1400" dirty="0" smtClean="0">
                <a:solidFill>
                  <a:srgbClr val="002776"/>
                </a:solidFill>
              </a:rPr>
              <a:t>Tool materials</a:t>
            </a:r>
          </a:p>
          <a:p>
            <a:pPr marL="171423" indent="-171423">
              <a:spcBef>
                <a:spcPts val="600"/>
              </a:spcBef>
              <a:buFont typeface="Arial" pitchFamily="34" charset="0"/>
              <a:buChar char="•"/>
            </a:pPr>
            <a:r>
              <a:rPr lang="en-US" sz="1400" dirty="0" smtClean="0">
                <a:solidFill>
                  <a:srgbClr val="002776"/>
                </a:solidFill>
              </a:rPr>
              <a:t>Pursuit materials</a:t>
            </a:r>
          </a:p>
          <a:p>
            <a:pPr marL="171423" indent="-171423">
              <a:spcBef>
                <a:spcPts val="600"/>
              </a:spcBef>
              <a:buFont typeface="Arial" pitchFamily="34" charset="0"/>
              <a:buChar char="•"/>
            </a:pPr>
            <a:r>
              <a:rPr lang="en-US" sz="1400" dirty="0" smtClean="0">
                <a:solidFill>
                  <a:srgbClr val="002776"/>
                </a:solidFill>
              </a:rPr>
              <a:t>Learning materials</a:t>
            </a:r>
          </a:p>
          <a:p>
            <a:pPr marL="171423" indent="-171423">
              <a:spcBef>
                <a:spcPts val="600"/>
              </a:spcBef>
              <a:buFont typeface="Arial" pitchFamily="34" charset="0"/>
              <a:buChar char="•"/>
            </a:pPr>
            <a:r>
              <a:rPr lang="en-US" sz="1400" dirty="0" smtClean="0">
                <a:solidFill>
                  <a:srgbClr val="002776"/>
                </a:solidFill>
              </a:rPr>
              <a:t>Contacts</a:t>
            </a:r>
          </a:p>
          <a:p>
            <a:pPr marL="171423" indent="-171423">
              <a:spcBef>
                <a:spcPts val="600"/>
              </a:spcBef>
              <a:buFont typeface="Arial" pitchFamily="34" charset="0"/>
              <a:buChar char="•"/>
            </a:pPr>
            <a:r>
              <a:rPr lang="en-US" sz="1400" dirty="0" smtClean="0">
                <a:solidFill>
                  <a:srgbClr val="002776"/>
                </a:solidFill>
              </a:rPr>
              <a:t>FAQs</a:t>
            </a:r>
          </a:p>
          <a:p>
            <a:pPr marL="171423" indent="-171423">
              <a:spcBef>
                <a:spcPts val="600"/>
              </a:spcBef>
            </a:pPr>
            <a:r>
              <a:rPr lang="en-US" sz="1400" dirty="0" smtClean="0">
                <a:solidFill>
                  <a:srgbClr val="002776"/>
                </a:solidFill>
              </a:rPr>
              <a:t>Other Resources:</a:t>
            </a:r>
          </a:p>
          <a:p>
            <a:pPr marL="171423" indent="-171423">
              <a:spcBef>
                <a:spcPts val="600"/>
              </a:spcBef>
              <a:buFont typeface="Arial" pitchFamily="34" charset="0"/>
              <a:buChar char="•"/>
            </a:pPr>
            <a:r>
              <a:rPr lang="en-US" sz="1400" dirty="0" smtClean="0">
                <a:solidFill>
                  <a:srgbClr val="002776"/>
                </a:solidFill>
              </a:rPr>
              <a:t>Detailed Procedures</a:t>
            </a:r>
          </a:p>
          <a:p>
            <a:pPr marL="171423" indent="-171423">
              <a:spcBef>
                <a:spcPts val="600"/>
              </a:spcBef>
              <a:buFont typeface="Arial" pitchFamily="34" charset="0"/>
              <a:buChar char="•"/>
            </a:pPr>
            <a:r>
              <a:rPr lang="en-US" sz="1400" dirty="0" smtClean="0">
                <a:solidFill>
                  <a:srgbClr val="002776"/>
                </a:solidFill>
              </a:rPr>
              <a:t>Screen Demos</a:t>
            </a:r>
          </a:p>
          <a:p>
            <a:pPr marL="171423" indent="-171423">
              <a:spcBef>
                <a:spcPts val="600"/>
              </a:spcBef>
            </a:pPr>
            <a:endParaRPr lang="en-US" sz="1400" dirty="0" smtClean="0">
              <a:solidFill>
                <a:srgbClr val="002776"/>
              </a:solidFill>
            </a:endParaRPr>
          </a:p>
          <a:p>
            <a:pPr marL="171423" indent="-171423">
              <a:spcBef>
                <a:spcPts val="600"/>
              </a:spcBef>
            </a:pPr>
            <a:endParaRPr lang="en-US" sz="1400" dirty="0" smtClean="0">
              <a:solidFill>
                <a:srgbClr val="002776"/>
              </a:solidFill>
            </a:endParaRPr>
          </a:p>
        </p:txBody>
      </p:sp>
      <p:pic>
        <p:nvPicPr>
          <p:cNvPr id="11" name="Picture 2"/>
          <p:cNvPicPr>
            <a:picLocks noChangeAspect="1" noChangeArrowheads="1"/>
          </p:cNvPicPr>
          <p:nvPr/>
        </p:nvPicPr>
        <p:blipFill>
          <a:blip r:embed="rId4" cstate="print"/>
          <a:srcRect t="8621" r="24997"/>
          <a:stretch>
            <a:fillRect/>
          </a:stretch>
        </p:blipFill>
        <p:spPr bwMode="auto">
          <a:xfrm>
            <a:off x="4341962" y="1537662"/>
            <a:ext cx="4809744" cy="2565294"/>
          </a:xfrm>
          <a:prstGeom prst="rect">
            <a:avLst/>
          </a:prstGeom>
          <a:noFill/>
          <a:ln w="9525">
            <a:solidFill>
              <a:schemeClr val="tx2"/>
            </a:solidFill>
            <a:miter lim="800000"/>
            <a:headEnd/>
            <a:tailEnd/>
          </a:ln>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6010" y="2702703"/>
            <a:ext cx="6942302" cy="4004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ankiagarwal\Documents\work in progress\Year 2010\030810-06 Brand review of Global M&amp;T training documents\images\bzi_foc_glb_ve_466_hi.jpg"/>
          <p:cNvPicPr>
            <a:picLocks noChangeAspect="1" noChangeArrowheads="1"/>
          </p:cNvPicPr>
          <p:nvPr/>
        </p:nvPicPr>
        <p:blipFill>
          <a:blip r:embed="rId3" cstate="print"/>
          <a:srcRect/>
          <a:stretch>
            <a:fillRect/>
          </a:stretch>
        </p:blipFill>
        <p:spPr bwMode="auto">
          <a:xfrm>
            <a:off x="6150318" y="978167"/>
            <a:ext cx="3405698" cy="4540931"/>
          </a:xfrm>
          <a:prstGeom prst="rect">
            <a:avLst/>
          </a:prstGeom>
          <a:noFill/>
        </p:spPr>
      </p:pic>
      <p:sp>
        <p:nvSpPr>
          <p:cNvPr id="33794" name="Slide Number Placeholder 9"/>
          <p:cNvSpPr>
            <a:spLocks noGrp="1"/>
          </p:cNvSpPr>
          <p:nvPr>
            <p:ph type="sldNum" sz="quarter" idx="10"/>
          </p:nvPr>
        </p:nvSpPr>
        <p:spPr bwMode="auto">
          <a:noFill/>
          <a:ln>
            <a:miter lim="800000"/>
            <a:headEnd/>
            <a:tailEnd/>
          </a:ln>
        </p:spPr>
        <p:txBody>
          <a:bodyPr/>
          <a:lstStyle/>
          <a:p>
            <a:pPr defTabSz="1019175"/>
            <a:fld id="{F6BFBDE3-CD1C-4061-BEE7-BF4FA094721A}" type="slidenum">
              <a:rPr lang="en-US"/>
              <a:pPr defTabSz="1019175"/>
              <a:t>22</a:t>
            </a:fld>
            <a:endParaRPr lang="en-US" dirty="0"/>
          </a:p>
        </p:txBody>
      </p:sp>
      <p:sp>
        <p:nvSpPr>
          <p:cNvPr id="33795" name="Rectangle 4"/>
          <p:cNvSpPr>
            <a:spLocks noGrp="1"/>
          </p:cNvSpPr>
          <p:nvPr>
            <p:ph type="title" idx="4294967295"/>
          </p:nvPr>
        </p:nvSpPr>
        <p:spPr>
          <a:xfrm>
            <a:off x="449263" y="422275"/>
            <a:ext cx="9266237" cy="714375"/>
          </a:xfrm>
        </p:spPr>
        <p:txBody>
          <a:bodyPr/>
          <a:lstStyle/>
          <a:p>
            <a:pPr>
              <a:lnSpc>
                <a:spcPct val="100000"/>
              </a:lnSpc>
            </a:pPr>
            <a:r>
              <a:rPr lang="en-US" dirty="0" smtClean="0"/>
              <a:t>Next steps</a:t>
            </a:r>
            <a:endParaRPr lang="en-US" sz="2400" b="0" dirty="0" smtClean="0"/>
          </a:p>
        </p:txBody>
      </p:sp>
      <p:sp>
        <p:nvSpPr>
          <p:cNvPr id="33796" name="Rectangle 5"/>
          <p:cNvSpPr>
            <a:spLocks noGrp="1"/>
          </p:cNvSpPr>
          <p:nvPr>
            <p:ph type="body" idx="4294967295"/>
          </p:nvPr>
        </p:nvSpPr>
        <p:spPr>
          <a:xfrm>
            <a:off x="465138" y="919810"/>
            <a:ext cx="9266237" cy="6149728"/>
          </a:xfrm>
        </p:spPr>
        <p:txBody>
          <a:bodyPr/>
          <a:lstStyle/>
          <a:p>
            <a:pPr marL="252983" lvl="1" indent="-251214">
              <a:spcBef>
                <a:spcPct val="40000"/>
              </a:spcBef>
              <a:buClr>
                <a:schemeClr val="tx1"/>
              </a:buClr>
              <a:buNone/>
            </a:pPr>
            <a:r>
              <a:rPr lang="en-US" sz="1800" dirty="0" smtClean="0"/>
              <a:t>Visit the PE&amp;PS webpage for more information </a:t>
            </a:r>
          </a:p>
          <a:p>
            <a:pPr marL="252983" lvl="1" indent="-251214">
              <a:spcBef>
                <a:spcPct val="40000"/>
              </a:spcBef>
              <a:buClr>
                <a:schemeClr val="accent1"/>
              </a:buClr>
              <a:buFont typeface="Wingdings" pitchFamily="2" charset="2"/>
              <a:buChar char="q"/>
            </a:pPr>
            <a:r>
              <a:rPr lang="en-US" sz="1800" dirty="0" smtClean="0"/>
              <a:t>Install PE&amp;PS on your laptop</a:t>
            </a:r>
          </a:p>
          <a:p>
            <a:pPr marL="448246" lvl="2" indent="-251214">
              <a:spcBef>
                <a:spcPct val="40000"/>
              </a:spcBef>
              <a:buClr>
                <a:schemeClr val="accent1"/>
              </a:buClr>
              <a:buFont typeface="Arial" pitchFamily="34" charset="0"/>
              <a:buChar char="•"/>
            </a:pPr>
            <a:r>
              <a:rPr lang="en-US" sz="1600" dirty="0" smtClean="0"/>
              <a:t>Choose from Express edition or Full edition</a:t>
            </a:r>
          </a:p>
          <a:p>
            <a:pPr marL="252983" lvl="1" indent="-251214">
              <a:spcBef>
                <a:spcPct val="40000"/>
              </a:spcBef>
              <a:buClr>
                <a:schemeClr val="accent1"/>
              </a:buClr>
              <a:buFont typeface="Wingdings" pitchFamily="2" charset="2"/>
              <a:buChar char="q"/>
            </a:pPr>
            <a:r>
              <a:rPr lang="en-US" sz="1800" dirty="0" smtClean="0"/>
              <a:t>Complete the 5 WBT courses</a:t>
            </a:r>
          </a:p>
          <a:p>
            <a:pPr marL="448246" lvl="2" indent="-251214">
              <a:spcBef>
                <a:spcPct val="40000"/>
              </a:spcBef>
              <a:buClr>
                <a:schemeClr val="accent1"/>
              </a:buClr>
              <a:buFont typeface="Arial" pitchFamily="34" charset="0"/>
              <a:buChar char="•"/>
            </a:pPr>
            <a:r>
              <a:rPr lang="en-US" sz="1600" dirty="0"/>
              <a:t>Course 1: Estimation Basics and Introduction to PE&amp;PS</a:t>
            </a:r>
          </a:p>
          <a:p>
            <a:pPr marL="448246" lvl="2" indent="-251214">
              <a:spcBef>
                <a:spcPct val="40000"/>
              </a:spcBef>
              <a:buClr>
                <a:schemeClr val="accent1"/>
              </a:buClr>
              <a:buFont typeface="Arial" pitchFamily="34" charset="0"/>
              <a:buChar char="•"/>
            </a:pPr>
            <a:r>
              <a:rPr lang="en-US" sz="1600" dirty="0"/>
              <a:t>Course 2: Inputs</a:t>
            </a:r>
          </a:p>
          <a:p>
            <a:pPr marL="448246" lvl="2" indent="-251214">
              <a:spcBef>
                <a:spcPct val="40000"/>
              </a:spcBef>
              <a:buClr>
                <a:schemeClr val="accent1"/>
              </a:buClr>
              <a:buFont typeface="Arial" pitchFamily="34" charset="0"/>
              <a:buChar char="•"/>
            </a:pPr>
            <a:r>
              <a:rPr lang="en-US" sz="1600" dirty="0"/>
              <a:t>Course 3: Interpreting Effort Results</a:t>
            </a:r>
          </a:p>
          <a:p>
            <a:pPr marL="448246" lvl="2" indent="-251214">
              <a:spcBef>
                <a:spcPct val="40000"/>
              </a:spcBef>
              <a:buClr>
                <a:schemeClr val="accent1"/>
              </a:buClr>
              <a:buFont typeface="Arial" pitchFamily="34" charset="0"/>
              <a:buChar char="•"/>
            </a:pPr>
            <a:r>
              <a:rPr lang="en-US" sz="1600" dirty="0"/>
              <a:t>Course 4: Cost, Staffing, and Pricing Model</a:t>
            </a:r>
          </a:p>
          <a:p>
            <a:pPr marL="448246" lvl="2" indent="-251214">
              <a:spcBef>
                <a:spcPct val="40000"/>
              </a:spcBef>
              <a:buClr>
                <a:schemeClr val="accent1"/>
              </a:buClr>
              <a:buFont typeface="Arial" pitchFamily="34" charset="0"/>
              <a:buChar char="•"/>
            </a:pPr>
            <a:r>
              <a:rPr lang="en-US" sz="1600" dirty="0"/>
              <a:t>Course 5: Project </a:t>
            </a:r>
            <a:r>
              <a:rPr lang="en-US" sz="1600" dirty="0" smtClean="0"/>
              <a:t>Planning</a:t>
            </a:r>
          </a:p>
          <a:p>
            <a:pPr marL="252983" lvl="1" indent="-251214">
              <a:spcBef>
                <a:spcPct val="40000"/>
              </a:spcBef>
              <a:buClr>
                <a:schemeClr val="accent1"/>
              </a:buClr>
              <a:buFont typeface="Wingdings" pitchFamily="2" charset="2"/>
              <a:buChar char="q"/>
            </a:pPr>
            <a:r>
              <a:rPr lang="en-US" sz="1800" dirty="0" smtClean="0"/>
              <a:t>Request </a:t>
            </a:r>
            <a:r>
              <a:rPr lang="en-US" sz="1800" dirty="0"/>
              <a:t>access to the PE&amp;PS training </a:t>
            </a:r>
            <a:r>
              <a:rPr lang="en-US" sz="1800" dirty="0" smtClean="0"/>
              <a:t>environment</a:t>
            </a:r>
          </a:p>
          <a:p>
            <a:pPr marL="252983" lvl="1" indent="-251214">
              <a:spcBef>
                <a:spcPct val="40000"/>
              </a:spcBef>
              <a:buClr>
                <a:schemeClr val="accent1"/>
              </a:buClr>
              <a:buFont typeface="Wingdings" pitchFamily="2" charset="2"/>
              <a:buChar char="q"/>
            </a:pPr>
            <a:r>
              <a:rPr lang="en-US" sz="1800" dirty="0" smtClean="0"/>
              <a:t>Request PCOE support if project is &gt; $20M</a:t>
            </a:r>
            <a:endParaRPr lang="en-US" sz="1800" dirty="0"/>
          </a:p>
          <a:p>
            <a:pPr marL="252983" lvl="1" indent="-251214">
              <a:spcBef>
                <a:spcPct val="40000"/>
              </a:spcBef>
              <a:buClr>
                <a:schemeClr val="accent1"/>
              </a:buClr>
              <a:buFont typeface="Wingdings" pitchFamily="2" charset="2"/>
              <a:buChar char="q"/>
            </a:pPr>
            <a:r>
              <a:rPr lang="en-US" sz="1800" dirty="0" smtClean="0"/>
              <a:t>Request coach support for your estimation </a:t>
            </a:r>
          </a:p>
          <a:p>
            <a:pPr marL="252983" lvl="1" indent="-251214">
              <a:spcBef>
                <a:spcPct val="40000"/>
              </a:spcBef>
              <a:buClr>
                <a:schemeClr val="accent1"/>
              </a:buClr>
              <a:buFont typeface="Wingdings" pitchFamily="2" charset="2"/>
              <a:buChar char="q"/>
            </a:pPr>
            <a:r>
              <a:rPr lang="en-US" sz="1800" dirty="0" smtClean="0"/>
              <a:t>Receive access to the production environment</a:t>
            </a:r>
          </a:p>
        </p:txBody>
      </p:sp>
      <p:sp>
        <p:nvSpPr>
          <p:cNvPr id="7" name="TextBox 6"/>
          <p:cNvSpPr txBox="1"/>
          <p:nvPr/>
        </p:nvSpPr>
        <p:spPr>
          <a:xfrm>
            <a:off x="846159" y="6816703"/>
            <a:ext cx="8202304" cy="584761"/>
          </a:xfrm>
          <a:prstGeom prst="rect">
            <a:avLst/>
          </a:prstGeom>
          <a:noFill/>
          <a:ln w="19050">
            <a:solidFill>
              <a:srgbClr val="92D400"/>
            </a:solidFill>
          </a:ln>
        </p:spPr>
        <p:txBody>
          <a:bodyPr wrap="square" lIns="91425" tIns="45713" rIns="91425" bIns="45713" rtlCol="0">
            <a:spAutoFit/>
          </a:bodyPr>
          <a:lstStyle/>
          <a:p>
            <a:pPr algn="ctr"/>
            <a:r>
              <a:rPr lang="en-US" sz="1600" b="1" dirty="0" smtClean="0">
                <a:solidFill>
                  <a:srgbClr val="002776"/>
                </a:solidFill>
              </a:rPr>
              <a:t>The PE&amp;PS Access Request Form should be used to request access and coaching support: </a:t>
            </a:r>
            <a:r>
              <a:rPr lang="en-US" sz="1600" u="sng" dirty="0" smtClean="0">
                <a:hlinkClick r:id="rId4"/>
              </a:rPr>
              <a:t>https://kx.deloitteresources.com/C6/PEPS/default.aspx</a:t>
            </a:r>
            <a:endParaRPr lang="en-US" sz="1600" u="sng" dirty="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7" name="Picture 19" descr="DEL_PRI_RGB"/>
          <p:cNvPicPr>
            <a:picLocks noChangeAspect="1" noChangeArrowheads="1"/>
          </p:cNvPicPr>
          <p:nvPr/>
        </p:nvPicPr>
        <p:blipFill>
          <a:blip r:embed="rId3" cstate="print"/>
          <a:srcRect l="11237" t="27428" r="9845" b="25551"/>
          <a:stretch>
            <a:fillRect/>
          </a:stretch>
        </p:blipFill>
        <p:spPr bwMode="auto">
          <a:xfrm>
            <a:off x="379413" y="3070014"/>
            <a:ext cx="3795712" cy="896937"/>
          </a:xfrm>
          <a:prstGeom prst="rect">
            <a:avLst/>
          </a:prstGeom>
          <a:noFill/>
          <a:ln w="9525">
            <a:noFill/>
            <a:miter lim="800000"/>
            <a:headEnd/>
            <a:tailEnd/>
          </a:ln>
        </p:spPr>
      </p:pic>
      <p:sp>
        <p:nvSpPr>
          <p:cNvPr id="3" name="Text Placeholder 3"/>
          <p:cNvSpPr txBox="1">
            <a:spLocks/>
          </p:cNvSpPr>
          <p:nvPr/>
        </p:nvSpPr>
        <p:spPr bwMode="gray">
          <a:xfrm>
            <a:off x="487682" y="5702328"/>
            <a:ext cx="5657090" cy="992580"/>
          </a:xfrm>
          <a:prstGeom prst="rect">
            <a:avLst/>
          </a:prstGeom>
        </p:spPr>
        <p:txBody>
          <a:bodyPr vert="horz" wrap="square" lIns="0" tIns="0" rIns="0" bIns="0" numCol="1" anchor="t" anchorCtr="0" compatLnSpc="1">
            <a:prstTxWarp prst="textNoShape">
              <a:avLst/>
            </a:prstTxWarp>
            <a:noAutofit/>
          </a:bodyPr>
          <a:lstStyle/>
          <a:p>
            <a:pPr indent="1588">
              <a:lnSpc>
                <a:spcPct val="106000"/>
              </a:lnSpc>
              <a:spcBef>
                <a:spcPct val="40000"/>
              </a:spcBef>
              <a:buClr>
                <a:srgbClr val="000000"/>
              </a:buClr>
            </a:pPr>
            <a:r>
              <a:rPr lang="en-US" sz="800" dirty="0" smtClean="0">
                <a:solidFill>
                  <a:srgbClr val="002776"/>
                </a:solidFill>
              </a:rPr>
              <a:t>As used in this document, “Deloitte” means Deloitte Consulting LLP, a subsidiary of Deloitte LLP. Please see </a:t>
            </a:r>
            <a:r>
              <a:rPr lang="en-US" sz="800" b="1" dirty="0" smtClean="0">
                <a:solidFill>
                  <a:srgbClr val="002776"/>
                </a:solidFill>
                <a:hlinkClick r:id="rId4"/>
              </a:rPr>
              <a:t>www.deloitte.com/us/about</a:t>
            </a:r>
            <a:r>
              <a:rPr lang="en-US" sz="800" dirty="0" smtClean="0">
                <a:solidFill>
                  <a:srgbClr val="002776"/>
                </a:solidFill>
              </a:rPr>
              <a:t> for a detailed description of the legal structure of Deloitte LLP and its subsidiaries.</a:t>
            </a:r>
          </a:p>
          <a:p>
            <a:pPr defTabSz="1017868">
              <a:spcBef>
                <a:spcPts val="0"/>
              </a:spcBef>
              <a:spcAft>
                <a:spcPts val="0"/>
              </a:spcAft>
              <a:defRPr/>
            </a:pPr>
            <a:endParaRPr lang="en-US" sz="800" dirty="0" smtClean="0">
              <a:solidFill>
                <a:srgbClr val="002776"/>
              </a:solidFill>
            </a:endParaRPr>
          </a:p>
          <a:p>
            <a:pPr defTabSz="1017868">
              <a:spcBef>
                <a:spcPts val="0"/>
              </a:spcBef>
              <a:spcAft>
                <a:spcPts val="0"/>
              </a:spcAft>
              <a:defRPr/>
            </a:pPr>
            <a:r>
              <a:rPr lang="en-US" sz="800" dirty="0" smtClean="0">
                <a:solidFill>
                  <a:srgbClr val="002776"/>
                </a:solidFill>
              </a:rPr>
              <a:t>This publication is for internal distribution and use only among personnel of Deloitte Touche Tohmatsu, its member firms, and its and their affiliates. Deloitte Touche Tohmatsu, its member firms, and its and their affiliates shall not be responsible for any loss whatsoever sustained by any person who relies on this publication.</a:t>
            </a:r>
            <a:br>
              <a:rPr lang="en-US" sz="800" dirty="0" smtClean="0">
                <a:solidFill>
                  <a:srgbClr val="002776"/>
                </a:solidFill>
              </a:rPr>
            </a:br>
            <a:r>
              <a:rPr lang="en-US" sz="800" dirty="0" smtClean="0">
                <a:solidFill>
                  <a:srgbClr val="002776"/>
                </a:solidFill>
              </a:rPr>
              <a:t> </a:t>
            </a:r>
          </a:p>
          <a:p>
            <a:pPr defTabSz="1017868">
              <a:spcBef>
                <a:spcPts val="0"/>
              </a:spcBef>
              <a:spcAft>
                <a:spcPts val="0"/>
              </a:spcAft>
              <a:defRPr/>
            </a:pPr>
            <a:r>
              <a:rPr lang="en-US" sz="800" dirty="0" smtClean="0">
                <a:solidFill>
                  <a:srgbClr val="002776"/>
                </a:solidFill>
              </a:rPr>
              <a:t>None of Deloitte Touche Tohmatsu, its member firms, or its and their respective affiliates shall be responsible for any loss whatsoever sustained by any person who relies on this publication.</a:t>
            </a:r>
          </a:p>
          <a:p>
            <a:pPr defTabSz="1017868">
              <a:spcBef>
                <a:spcPts val="0"/>
              </a:spcBef>
              <a:spcAft>
                <a:spcPts val="0"/>
              </a:spcAft>
              <a:defRPr/>
            </a:pPr>
            <a:endParaRPr lang="en-US" sz="800" dirty="0" smtClean="0">
              <a:solidFill>
                <a:srgbClr val="002776"/>
              </a:solidFill>
            </a:endParaRPr>
          </a:p>
          <a:p>
            <a:pPr defTabSz="1017868">
              <a:spcBef>
                <a:spcPts val="0"/>
              </a:spcBef>
              <a:spcAft>
                <a:spcPts val="0"/>
              </a:spcAft>
              <a:defRPr/>
            </a:pPr>
            <a:r>
              <a:rPr lang="en-US" sz="800" dirty="0" smtClean="0">
                <a:solidFill>
                  <a:srgbClr val="002776"/>
                </a:solidFill>
              </a:rPr>
              <a:t>Deloitte refers to one or more of Deloitte Touche Tohmatsu, a Swiss Verein, and its network of member firms, each of which is a legally separate and independent entity. Please see </a:t>
            </a:r>
            <a:r>
              <a:rPr lang="en-US" sz="800" b="1" dirty="0" smtClean="0">
                <a:solidFill>
                  <a:srgbClr val="002776"/>
                </a:solidFill>
                <a:hlinkClick r:id="rId5"/>
              </a:rPr>
              <a:t>www.deloitte.com/about</a:t>
            </a:r>
            <a:r>
              <a:rPr lang="en-US" sz="800" dirty="0" smtClean="0">
                <a:solidFill>
                  <a:srgbClr val="002776"/>
                </a:solidFill>
              </a:rPr>
              <a:t> for a detailed description of the legal structure of Deloitte Touche Tohmatsu and its member firms.</a:t>
            </a:r>
            <a:br>
              <a:rPr lang="en-US" sz="800" dirty="0" smtClean="0">
                <a:solidFill>
                  <a:srgbClr val="002776"/>
                </a:solidFill>
              </a:rPr>
            </a:br>
            <a:endParaRPr lang="en-US" sz="800" dirty="0" smtClean="0">
              <a:solidFill>
                <a:srgbClr val="002776"/>
              </a:solidFill>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w7AOZjk0skmBg0TNESXLMg"/>
</p:tagLst>
</file>

<file path=ppt/theme/theme1.xml><?xml version="1.0" encoding="utf-8"?>
<a:theme xmlns:a="http://schemas.openxmlformats.org/drawingml/2006/main" name="2003_Screen_Large_27-94x21-59_18Nov08">
  <a:themeElements>
    <a:clrScheme name="18_Blank 1">
      <a:dk1>
        <a:srgbClr val="000000"/>
      </a:dk1>
      <a:lt1>
        <a:srgbClr val="FFFFFF"/>
      </a:lt1>
      <a:dk2>
        <a:srgbClr val="002776"/>
      </a:dk2>
      <a:lt2>
        <a:srgbClr val="FFFFFF"/>
      </a:lt2>
      <a:accent1>
        <a:srgbClr val="002776"/>
      </a:accent1>
      <a:accent2>
        <a:srgbClr val="92D400"/>
      </a:accent2>
      <a:accent3>
        <a:srgbClr val="FFFFFF"/>
      </a:accent3>
      <a:accent4>
        <a:srgbClr val="000000"/>
      </a:accent4>
      <a:accent5>
        <a:srgbClr val="AAACBD"/>
      </a:accent5>
      <a:accent6>
        <a:srgbClr val="84C000"/>
      </a:accent6>
      <a:hlink>
        <a:srgbClr val="00A1DE"/>
      </a:hlink>
      <a:folHlink>
        <a:srgbClr val="72C7E7"/>
      </a:folHlink>
    </a:clrScheme>
    <a:fontScheme name="18_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8_Blank 1">
        <a:dk1>
          <a:srgbClr val="000000"/>
        </a:dk1>
        <a:lt1>
          <a:srgbClr val="FFFFFF"/>
        </a:lt1>
        <a:dk2>
          <a:srgbClr val="002776"/>
        </a:dk2>
        <a:lt2>
          <a:srgbClr val="FFFFFF"/>
        </a:lt2>
        <a:accent1>
          <a:srgbClr val="002776"/>
        </a:accent1>
        <a:accent2>
          <a:srgbClr val="92D400"/>
        </a:accent2>
        <a:accent3>
          <a:srgbClr val="FFFFFF"/>
        </a:accent3>
        <a:accent4>
          <a:srgbClr val="000000"/>
        </a:accent4>
        <a:accent5>
          <a:srgbClr val="AAACBD"/>
        </a:accent5>
        <a:accent6>
          <a:srgbClr val="84C000"/>
        </a:accent6>
        <a:hlink>
          <a:srgbClr val="00A1DE"/>
        </a:hlink>
        <a:folHlink>
          <a:srgbClr val="72C7E7"/>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9_Blank">
  <a:themeElements>
    <a:clrScheme name="Deloitte">
      <a:dk1>
        <a:srgbClr val="000000"/>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fontScheme name="19_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2003_Screen_Large_27-94x21-59_18Nov08</Template>
  <TotalTime>28464</TotalTime>
  <Words>3501</Words>
  <Application>Microsoft Office PowerPoint</Application>
  <PresentationFormat>Custom</PresentationFormat>
  <Paragraphs>745</Paragraphs>
  <Slides>23</Slides>
  <Notes>14</Notes>
  <HiddenSlides>0</HiddenSlides>
  <MMClips>0</MMClips>
  <ScaleCrop>false</ScaleCrop>
  <HeadingPairs>
    <vt:vector size="4" baseType="variant">
      <vt:variant>
        <vt:lpstr>Theme</vt:lpstr>
      </vt:variant>
      <vt:variant>
        <vt:i4>2</vt:i4>
      </vt:variant>
      <vt:variant>
        <vt:lpstr>Slide Titles</vt:lpstr>
      </vt:variant>
      <vt:variant>
        <vt:i4>23</vt:i4>
      </vt:variant>
    </vt:vector>
  </HeadingPairs>
  <TitlesOfParts>
    <vt:vector size="25" baseType="lpstr">
      <vt:lpstr>2003_Screen_Large_27-94x21-59_18Nov08</vt:lpstr>
      <vt:lpstr>19_Blank</vt:lpstr>
      <vt:lpstr>Project Estimator &amp; Planning Suite (PE&amp;PS) Ramp up guide</vt:lpstr>
      <vt:lpstr>Topics</vt:lpstr>
      <vt:lpstr>Introduction to PE&amp;PS</vt:lpstr>
      <vt:lpstr>What will PE&amp;PS do for me?</vt:lpstr>
      <vt:lpstr>PE&amp;PS Roles</vt:lpstr>
      <vt:lpstr>PE&amp;PS Responsibilities</vt:lpstr>
      <vt:lpstr>Data Gathering Worksheets</vt:lpstr>
      <vt:lpstr>PE&amp;PS Estimation process steps</vt:lpstr>
      <vt:lpstr>PowerPoint Presentation</vt:lpstr>
      <vt:lpstr>PowerPoint Presentation</vt:lpstr>
      <vt:lpstr>PowerPoint Presentation</vt:lpstr>
      <vt:lpstr>Step 2: Record method scope</vt:lpstr>
      <vt:lpstr>Step 3: Define Schedule</vt:lpstr>
      <vt:lpstr>Step 4: Record Product Scope</vt:lpstr>
      <vt:lpstr>Step 5: Define Project Resources </vt:lpstr>
      <vt:lpstr>Step 6: Review Effort and Costs</vt:lpstr>
      <vt:lpstr>Step 7: Complete Staffing Model</vt:lpstr>
      <vt:lpstr>Step 8: Complete Pricing Model</vt:lpstr>
      <vt:lpstr>Step 9: Generate Summary/Work Plan </vt:lpstr>
      <vt:lpstr>What training is available?</vt:lpstr>
      <vt:lpstr>Where do I go for additional information and resources?</vt:lpstr>
      <vt:lpstr>Next steps</vt:lpstr>
      <vt:lpstr>PowerPoint Presentation</vt:lpstr>
    </vt:vector>
  </TitlesOfParts>
  <Company>Deloitte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 Times New Roman 36pt Title 2 – 36pt</dc:title>
  <dc:creator>Balachandran, Purnima</dc:creator>
  <cp:lastModifiedBy>Spreier, Markle</cp:lastModifiedBy>
  <cp:revision>833</cp:revision>
  <cp:lastPrinted>2012-04-24T18:38:37Z</cp:lastPrinted>
  <dcterms:created xsi:type="dcterms:W3CDTF">2009-01-19T09:28:56Z</dcterms:created>
  <dcterms:modified xsi:type="dcterms:W3CDTF">2012-04-24T20:36:25Z</dcterms:modified>
</cp:coreProperties>
</file>